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5" r:id="rId7"/>
    <p:sldMasterId id="2147483692" r:id="rId8"/>
  </p:sldMasterIdLst>
  <p:notesMasterIdLst>
    <p:notesMasterId r:id="rId32"/>
  </p:notesMasterIdLst>
  <p:sldIdLst>
    <p:sldId id="261" r:id="rId9"/>
    <p:sldId id="5282" r:id="rId10"/>
    <p:sldId id="6213" r:id="rId11"/>
    <p:sldId id="6232" r:id="rId12"/>
    <p:sldId id="6226" r:id="rId13"/>
    <p:sldId id="6222" r:id="rId14"/>
    <p:sldId id="6229" r:id="rId15"/>
    <p:sldId id="6218" r:id="rId16"/>
    <p:sldId id="6223" r:id="rId17"/>
    <p:sldId id="6230" r:id="rId18"/>
    <p:sldId id="5297" r:id="rId19"/>
    <p:sldId id="6215" r:id="rId20"/>
    <p:sldId id="6228" r:id="rId21"/>
    <p:sldId id="6224" r:id="rId22"/>
    <p:sldId id="5288" r:id="rId23"/>
    <p:sldId id="260" r:id="rId24"/>
    <p:sldId id="5285" r:id="rId25"/>
    <p:sldId id="5290" r:id="rId26"/>
    <p:sldId id="5291" r:id="rId27"/>
    <p:sldId id="5292" r:id="rId28"/>
    <p:sldId id="5293" r:id="rId29"/>
    <p:sldId id="6211" r:id="rId30"/>
    <p:sldId id="623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41C5F-8881-473A-B843-E66261B5CA0B}">
          <p14:sldIdLst>
            <p14:sldId id="261"/>
            <p14:sldId id="5282"/>
            <p14:sldId id="6213"/>
            <p14:sldId id="6232"/>
            <p14:sldId id="6226"/>
            <p14:sldId id="6222"/>
            <p14:sldId id="6229"/>
            <p14:sldId id="6218"/>
            <p14:sldId id="6223"/>
            <p14:sldId id="6230"/>
            <p14:sldId id="5297"/>
            <p14:sldId id="6215"/>
            <p14:sldId id="6228"/>
            <p14:sldId id="6224"/>
            <p14:sldId id="5288"/>
          </p14:sldIdLst>
        </p14:section>
        <p14:section name="Operation_Performance" id="{B7B82C3A-8322-431D-A616-E8A29CAFA2D6}">
          <p14:sldIdLst>
            <p14:sldId id="260"/>
            <p14:sldId id="5285"/>
            <p14:sldId id="5290"/>
            <p14:sldId id="5291"/>
          </p14:sldIdLst>
        </p14:section>
        <p14:section name="Others" id="{F5782CE1-A4EE-4E82-8DDB-569C0826248B}">
          <p14:sldIdLst>
            <p14:sldId id="5292"/>
            <p14:sldId id="5293"/>
            <p14:sldId id="6211"/>
            <p14:sldId id="62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8E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63A4F-618E-D0C1-E324-97ACBDAFC847}" v="662" dt="2026-01-13T15:43:40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Padhi" userId="S::ashutosh.padhi@inseegroup.onmicrosoft.com::0164c910-f0c0-434a-965d-5bc5ba8e0963" providerId="AD" clId="Web-{28A93C97-8E9C-2936-2276-F2E7A999F10E}"/>
    <pc:docChg chg="addSld delSld modSld modSection">
      <pc:chgData name="Ashutosh Padhi" userId="S::ashutosh.padhi@inseegroup.onmicrosoft.com::0164c910-f0c0-434a-965d-5bc5ba8e0963" providerId="AD" clId="Web-{28A93C97-8E9C-2936-2276-F2E7A999F10E}" dt="2026-01-06T04:21:27.055" v="126"/>
      <pc:docMkLst>
        <pc:docMk/>
      </pc:docMkLst>
      <pc:sldChg chg="addSp delSp modSp">
        <pc:chgData name="Ashutosh Padhi" userId="S::ashutosh.padhi@inseegroup.onmicrosoft.com::0164c910-f0c0-434a-965d-5bc5ba8e0963" providerId="AD" clId="Web-{28A93C97-8E9C-2936-2276-F2E7A999F10E}" dt="2026-01-06T03:34:24.849" v="9" actId="1076"/>
        <pc:sldMkLst>
          <pc:docMk/>
          <pc:sldMk cId="1986474312" sldId="260"/>
        </pc:sldMkLst>
      </pc:sldChg>
      <pc:sldChg chg="addSp delSp modSp">
        <pc:chgData name="Ashutosh Padhi" userId="S::ashutosh.padhi@inseegroup.onmicrosoft.com::0164c910-f0c0-434a-965d-5bc5ba8e0963" providerId="AD" clId="Web-{28A93C97-8E9C-2936-2276-F2E7A999F10E}" dt="2026-01-06T03:39:58.291" v="34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28A93C97-8E9C-2936-2276-F2E7A999F10E}" dt="2026-01-06T03:38:56.912" v="26"/>
        <pc:sldMkLst>
          <pc:docMk/>
          <pc:sldMk cId="1226687234" sldId="5290"/>
        </pc:sldMkLst>
      </pc:sldChg>
      <pc:sldChg chg="modSp">
        <pc:chgData name="Ashutosh Padhi" userId="S::ashutosh.padhi@inseegroup.onmicrosoft.com::0164c910-f0c0-434a-965d-5bc5ba8e0963" providerId="AD" clId="Web-{28A93C97-8E9C-2936-2276-F2E7A999F10E}" dt="2026-01-06T03:38:23.909" v="24"/>
        <pc:sldMkLst>
          <pc:docMk/>
          <pc:sldMk cId="740286909" sldId="5292"/>
        </pc:sldMkLst>
        <pc:graphicFrameChg chg="modGraphic">
          <ac:chgData name="Ashutosh Padhi" userId="S::ashutosh.padhi@inseegroup.onmicrosoft.com::0164c910-f0c0-434a-965d-5bc5ba8e0963" providerId="AD" clId="Web-{28A93C97-8E9C-2936-2276-F2E7A999F10E}" dt="2026-01-06T03:38:23.909" v="24"/>
          <ac:graphicFrameMkLst>
            <pc:docMk/>
            <pc:sldMk cId="740286909" sldId="5292"/>
            <ac:graphicFrameMk id="6" creationId="{DE30D08B-2D9F-9494-19E3-955A10119224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8A93C97-8E9C-2936-2276-F2E7A999F10E}" dt="2026-01-06T03:58:21.979" v="92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28A93C97-8E9C-2936-2276-F2E7A999F10E}" dt="2026-01-06T03:58:21.979" v="92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8A93C97-8E9C-2936-2276-F2E7A999F10E}" dt="2026-01-06T04:21:27.055" v="126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28A93C97-8E9C-2936-2276-F2E7A999F10E}" dt="2026-01-06T04:21:27.055" v="126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665299-AE72-98B5-6C73-AE7C6E4C400F}"/>
    <pc:docChg chg="modSld">
      <pc:chgData name="Janvi Sah" userId="S::janvi.sah@inseegroup.onmicrosoft.com::f40b1070-b57e-4a71-bda7-074c4efadbe4" providerId="AD" clId="Web-{AE665299-AE72-98B5-6C73-AE7C6E4C400F}" dt="2025-12-24T09:12:07.164" v="129"/>
      <pc:docMkLst>
        <pc:docMk/>
      </pc:docMkLst>
      <pc:sldChg chg="addSp delSp modSp">
        <pc:chgData name="Janvi Sah" userId="S::janvi.sah@inseegroup.onmicrosoft.com::f40b1070-b57e-4a71-bda7-074c4efadbe4" providerId="AD" clId="Web-{AE665299-AE72-98B5-6C73-AE7C6E4C400F}" dt="2025-12-24T09:12:07.164" v="129"/>
        <pc:sldMkLst>
          <pc:docMk/>
          <pc:sldMk cId="1785435542" sldId="6223"/>
        </pc:sldMkLst>
      </pc:sldChg>
    </pc:docChg>
  </pc:docChgLst>
  <pc:docChgLst>
    <pc:chgData name="Ashutosh Padhi" userId="S::ashutosh.padhi@inseegroup.onmicrosoft.com::0164c910-f0c0-434a-965d-5bc5ba8e0963" providerId="AD" clId="Web-{05B9331F-819B-9AF5-9408-EB262434DE06}"/>
    <pc:docChg chg="modSld">
      <pc:chgData name="Ashutosh Padhi" userId="S::ashutosh.padhi@inseegroup.onmicrosoft.com::0164c910-f0c0-434a-965d-5bc5ba8e0963" providerId="AD" clId="Web-{05B9331F-819B-9AF5-9408-EB262434DE06}" dt="2025-12-30T06:17:59.839" v="2"/>
      <pc:docMkLst>
        <pc:docMk/>
      </pc:docMkLst>
      <pc:sldChg chg="addSp delSp modSp">
        <pc:chgData name="Ashutosh Padhi" userId="S::ashutosh.padhi@inseegroup.onmicrosoft.com::0164c910-f0c0-434a-965d-5bc5ba8e0963" providerId="AD" clId="Web-{05B9331F-819B-9AF5-9408-EB262434DE06}" dt="2025-12-30T06:17:59.839" v="2"/>
        <pc:sldMkLst>
          <pc:docMk/>
          <pc:sldMk cId="1785435542" sldId="6223"/>
        </pc:sldMkLst>
      </pc:sldChg>
    </pc:docChg>
  </pc:docChgLst>
  <pc:docChgLst>
    <pc:chgData name="Janvi Sah" userId="S::janvi.sah@inseegroup.onmicrosoft.com::f40b1070-b57e-4a71-bda7-074c4efadbe4" providerId="AD" clId="Web-{AEB56178-758C-0EA2-C8FD-F455434685F1}"/>
    <pc:docChg chg="modSld">
      <pc:chgData name="Janvi Sah" userId="S::janvi.sah@inseegroup.onmicrosoft.com::f40b1070-b57e-4a71-bda7-074c4efadbe4" providerId="AD" clId="Web-{AEB56178-758C-0EA2-C8FD-F455434685F1}" dt="2025-12-30T06:26:29.004" v="199"/>
      <pc:docMkLst>
        <pc:docMk/>
      </pc:docMkLst>
      <pc:sldChg chg="addSp delSp modSp">
        <pc:chgData name="Janvi Sah" userId="S::janvi.sah@inseegroup.onmicrosoft.com::f40b1070-b57e-4a71-bda7-074c4efadbe4" providerId="AD" clId="Web-{AEB56178-758C-0EA2-C8FD-F455434685F1}" dt="2025-12-30T06:26:29.004" v="199"/>
        <pc:sldMkLst>
          <pc:docMk/>
          <pc:sldMk cId="1785435542" sldId="6223"/>
        </pc:sldMkLst>
        <pc:graphicFrameChg chg="add mod modGraphic">
          <ac:chgData name="Janvi Sah" userId="S::janvi.sah@inseegroup.onmicrosoft.com::f40b1070-b57e-4a71-bda7-074c4efadbe4" providerId="AD" clId="Web-{AEB56178-758C-0EA2-C8FD-F455434685F1}" dt="2025-12-30T06:26:29.004" v="199"/>
          <ac:graphicFrameMkLst>
            <pc:docMk/>
            <pc:sldMk cId="1785435542" sldId="6223"/>
            <ac:graphicFrameMk id="4" creationId="{3A1A4DEC-8993-84EB-9CF5-AB3F44642F7B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EC444F0A-8301-CE80-4CA3-4D2D64935406}"/>
    <pc:docChg chg="modSld">
      <pc:chgData name="Ashutosh Padhi" userId="S::ashutosh.padhi@inseegroup.onmicrosoft.com::0164c910-f0c0-434a-965d-5bc5ba8e0963" providerId="AD" clId="Web-{EC444F0A-8301-CE80-4CA3-4D2D64935406}" dt="2026-01-06T05:32:49.155" v="171"/>
      <pc:docMkLst>
        <pc:docMk/>
      </pc:docMkLst>
      <pc:sldChg chg="modSp">
        <pc:chgData name="Ashutosh Padhi" userId="S::ashutosh.padhi@inseegroup.onmicrosoft.com::0164c910-f0c0-434a-965d-5bc5ba8e0963" providerId="AD" clId="Web-{EC444F0A-8301-CE80-4CA3-4D2D64935406}" dt="2026-01-06T05:32:49.155" v="171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EC444F0A-8301-CE80-4CA3-4D2D64935406}" dt="2026-01-06T05:32:49.155" v="171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F1F6C38E-3F01-B1D8-6E4C-D7A689428345}"/>
    <pc:docChg chg="modSld">
      <pc:chgData name="Janvi Sah" userId="S::janvi.sah@inseegroup.onmicrosoft.com::f40b1070-b57e-4a71-bda7-074c4efadbe4" providerId="AD" clId="Web-{F1F6C38E-3F01-B1D8-6E4C-D7A689428345}" dt="2026-01-06T10:44:40.742" v="78"/>
      <pc:docMkLst>
        <pc:docMk/>
      </pc:docMkLst>
      <pc:sldChg chg="modSp">
        <pc:chgData name="Janvi Sah" userId="S::janvi.sah@inseegroup.onmicrosoft.com::f40b1070-b57e-4a71-bda7-074c4efadbe4" providerId="AD" clId="Web-{F1F6C38E-3F01-B1D8-6E4C-D7A689428345}" dt="2026-01-06T10:44:40.742" v="78"/>
        <pc:sldMkLst>
          <pc:docMk/>
          <pc:sldMk cId="1785435542" sldId="6223"/>
        </pc:sldMkLst>
        <pc:graphicFrameChg chg="mod modGraphic">
          <ac:chgData name="Janvi Sah" userId="S::janvi.sah@inseegroup.onmicrosoft.com::f40b1070-b57e-4a71-bda7-074c4efadbe4" providerId="AD" clId="Web-{F1F6C38E-3F01-B1D8-6E4C-D7A689428345}" dt="2026-01-06T10:44:40.742" v="78"/>
          <ac:graphicFrameMkLst>
            <pc:docMk/>
            <pc:sldMk cId="1785435542" sldId="6223"/>
            <ac:graphicFrameMk id="4" creationId="{3A1A4DEC-8993-84EB-9CF5-AB3F44642F7B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AD5714-223F-3B35-3256-DA2CEA9B8411}"/>
    <pc:docChg chg="modSld">
      <pc:chgData name="Janvi Sah" userId="S::janvi.sah@inseegroup.onmicrosoft.com::f40b1070-b57e-4a71-bda7-074c4efadbe4" providerId="AD" clId="Web-{AEAD5714-223F-3B35-3256-DA2CEA9B8411}" dt="2025-12-23T09:53:42.506" v="224"/>
      <pc:docMkLst>
        <pc:docMk/>
      </pc:docMkLst>
      <pc:sldChg chg="modSp">
        <pc:chgData name="Janvi Sah" userId="S::janvi.sah@inseegroup.onmicrosoft.com::f40b1070-b57e-4a71-bda7-074c4efadbe4" providerId="AD" clId="Web-{AEAD5714-223F-3B35-3256-DA2CEA9B8411}" dt="2025-12-23T09:53:42.506" v="224"/>
        <pc:sldMkLst>
          <pc:docMk/>
          <pc:sldMk cId="1226687234" sldId="5290"/>
        </pc:sldMkLst>
      </pc:sldChg>
      <pc:sldChg chg="addSp delSp modSp">
        <pc:chgData name="Janvi Sah" userId="S::janvi.sah@inseegroup.onmicrosoft.com::f40b1070-b57e-4a71-bda7-074c4efadbe4" providerId="AD" clId="Web-{AEAD5714-223F-3B35-3256-DA2CEA9B8411}" dt="2025-12-23T09:51:58.438" v="212"/>
        <pc:sldMkLst>
          <pc:docMk/>
          <pc:sldMk cId="883369054" sldId="6230"/>
        </pc:sldMkLst>
        <pc:graphicFrameChg chg="add mod modGraphic">
          <ac:chgData name="Janvi Sah" userId="S::janvi.sah@inseegroup.onmicrosoft.com::f40b1070-b57e-4a71-bda7-074c4efadbe4" providerId="AD" clId="Web-{AEAD5714-223F-3B35-3256-DA2CEA9B8411}" dt="2025-12-23T09:51:58.438" v="212"/>
          <ac:graphicFrameMkLst>
            <pc:docMk/>
            <pc:sldMk cId="883369054" sldId="6230"/>
            <ac:graphicFrameMk id="6" creationId="{6C359159-654D-9DA2-057E-A2C3C86CCF1E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F2B76C27-C3BF-02C5-61DF-E9FB83897247}"/>
    <pc:docChg chg="modSld">
      <pc:chgData name="Ashutosh Padhi" userId="S::ashutosh.padhi@inseegroup.onmicrosoft.com::0164c910-f0c0-434a-965d-5bc5ba8e0963" providerId="AD" clId="Web-{F2B76C27-C3BF-02C5-61DF-E9FB83897247}" dt="2025-12-17T02:30:05.364" v="0"/>
      <pc:docMkLst>
        <pc:docMk/>
      </pc:docMkLst>
      <pc:sldChg chg="modSp">
        <pc:chgData name="Ashutosh Padhi" userId="S::ashutosh.padhi@inseegroup.onmicrosoft.com::0164c910-f0c0-434a-965d-5bc5ba8e0963" providerId="AD" clId="Web-{F2B76C27-C3BF-02C5-61DF-E9FB83897247}" dt="2025-12-17T02:30:05.364" v="0"/>
        <pc:sldMkLst>
          <pc:docMk/>
          <pc:sldMk cId="1226687234" sldId="5290"/>
        </pc:sldMkLst>
      </pc:sldChg>
    </pc:docChg>
  </pc:docChgLst>
  <pc:docChgLst>
    <pc:chgData name="Janvi Sah" userId="S::janvi.sah@inseegroup.onmicrosoft.com::f40b1070-b57e-4a71-bda7-074c4efadbe4" providerId="AD" clId="Web-{BD9A0CA7-8F90-F61F-EDAB-6899F39AD13F}"/>
    <pc:docChg chg="modSld">
      <pc:chgData name="Janvi Sah" userId="S::janvi.sah@inseegroup.onmicrosoft.com::f40b1070-b57e-4a71-bda7-074c4efadbe4" providerId="AD" clId="Web-{BD9A0CA7-8F90-F61F-EDAB-6899F39AD13F}" dt="2025-12-16T09:43:42.431" v="117"/>
      <pc:docMkLst>
        <pc:docMk/>
      </pc:docMkLst>
      <pc:sldChg chg="modSp">
        <pc:chgData name="Janvi Sah" userId="S::janvi.sah@inseegroup.onmicrosoft.com::f40b1070-b57e-4a71-bda7-074c4efadbe4" providerId="AD" clId="Web-{BD9A0CA7-8F90-F61F-EDAB-6899F39AD13F}" dt="2025-12-16T09:43:42.431" v="117"/>
        <pc:sldMkLst>
          <pc:docMk/>
          <pc:sldMk cId="1785435542" sldId="6223"/>
        </pc:sldMkLst>
      </pc:sldChg>
    </pc:docChg>
  </pc:docChgLst>
  <pc:docChgLst>
    <pc:chgData name="Ashutosh Padhi" userId="S::ashutosh.padhi@inseegroup.onmicrosoft.com::0164c910-f0c0-434a-965d-5bc5ba8e0963" providerId="AD" clId="Web-{F0D4BD9D-7922-FBF9-6F61-6E5C2053BC9B}"/>
    <pc:docChg chg="modSld">
      <pc:chgData name="Ashutosh Padhi" userId="S::ashutosh.padhi@inseegroup.onmicrosoft.com::0164c910-f0c0-434a-965d-5bc5ba8e0963" providerId="AD" clId="Web-{F0D4BD9D-7922-FBF9-6F61-6E5C2053BC9B}" dt="2025-12-30T03:31:47.469" v="2" actId="14100"/>
      <pc:docMkLst>
        <pc:docMk/>
      </pc:docMkLst>
      <pc:sldChg chg="modSp">
        <pc:chgData name="Ashutosh Padhi" userId="S::ashutosh.padhi@inseegroup.onmicrosoft.com::0164c910-f0c0-434a-965d-5bc5ba8e0963" providerId="AD" clId="Web-{F0D4BD9D-7922-FBF9-6F61-6E5C2053BC9B}" dt="2025-12-30T03:31:29.922" v="1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F0D4BD9D-7922-FBF9-6F61-6E5C2053BC9B}" dt="2025-12-30T03:31:47.469" v="2" actId="14100"/>
        <pc:sldMkLst>
          <pc:docMk/>
          <pc:sldMk cId="4163238611" sldId="5291"/>
        </pc:sldMkLst>
      </pc:sldChg>
    </pc:docChg>
  </pc:docChgLst>
  <pc:docChgLst>
    <pc:chgData name="Ashutosh Padhi" userId="S::ashutosh.padhi@inseegroup.onmicrosoft.com::0164c910-f0c0-434a-965d-5bc5ba8e0963" providerId="AD" clId="Web-{249C2F2A-E26F-18A9-73F4-46B5B5BE8089}"/>
    <pc:docChg chg="delSld modSld modSection">
      <pc:chgData name="Ashutosh Padhi" userId="S::ashutosh.padhi@inseegroup.onmicrosoft.com::0164c910-f0c0-434a-965d-5bc5ba8e0963" providerId="AD" clId="Web-{249C2F2A-E26F-18A9-73F4-46B5B5BE8089}" dt="2025-12-16T04:59:06.899" v="420"/>
      <pc:docMkLst>
        <pc:docMk/>
      </pc:docMkLst>
      <pc:sldChg chg="addSp delSp modSp">
        <pc:chgData name="Ashutosh Padhi" userId="S::ashutosh.padhi@inseegroup.onmicrosoft.com::0164c910-f0c0-434a-965d-5bc5ba8e0963" providerId="AD" clId="Web-{249C2F2A-E26F-18A9-73F4-46B5B5BE8089}" dt="2025-12-16T04:24:57.673" v="88" actId="14100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18:17.931" v="3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249C2F2A-E26F-18A9-73F4-46B5B5BE8089}" dt="2025-12-16T04:18:17.931" v="3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249C2F2A-E26F-18A9-73F4-46B5B5BE8089}" dt="2025-12-16T04:18:48.354" v="12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18:48.354" v="12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38:43.861" v="107" actId="14100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41:15.394" v="316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46:02.937" v="32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59:06.899" v="420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59:06.899" v="420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49C2F2A-E26F-18A9-73F4-46B5B5BE8089}" dt="2025-12-16T04:20:36.091" v="71" actId="20577"/>
        <pc:sldMkLst>
          <pc:docMk/>
          <pc:sldMk cId="1867862970" sldId="6228"/>
        </pc:sldMkLst>
        <pc:spChg chg="mod">
          <ac:chgData name="Ashutosh Padhi" userId="S::ashutosh.padhi@inseegroup.onmicrosoft.com::0164c910-f0c0-434a-965d-5bc5ba8e0963" providerId="AD" clId="Web-{249C2F2A-E26F-18A9-73F4-46B5B5BE8089}" dt="2025-12-16T04:20:36.091" v="71" actId="20577"/>
          <ac:spMkLst>
            <pc:docMk/>
            <pc:sldMk cId="1867862970" sldId="6228"/>
            <ac:spMk id="3" creationId="{2100F771-A5BF-364C-D7A6-864C3DB3D1A5}"/>
          </ac:spMkLst>
        </pc:spChg>
      </pc:sldChg>
    </pc:docChg>
  </pc:docChgLst>
  <pc:docChgLst>
    <pc:chgData name="Ashutosh Padhi" userId="S::ashutosh.padhi@inseegroup.onmicrosoft.com::0164c910-f0c0-434a-965d-5bc5ba8e0963" providerId="AD" clId="Web-{B2DF7B96-E707-5447-FFB8-DE85F7CF402A}"/>
    <pc:docChg chg="modSld">
      <pc:chgData name="Ashutosh Padhi" userId="S::ashutosh.padhi@inseegroup.onmicrosoft.com::0164c910-f0c0-434a-965d-5bc5ba8e0963" providerId="AD" clId="Web-{B2DF7B96-E707-5447-FFB8-DE85F7CF402A}" dt="2025-12-23T08:57:48.407" v="638"/>
      <pc:docMkLst>
        <pc:docMk/>
      </pc:docMkLst>
      <pc:sldChg chg="addSp delSp modSp">
        <pc:chgData name="Ashutosh Padhi" userId="S::ashutosh.padhi@inseegroup.onmicrosoft.com::0164c910-f0c0-434a-965d-5bc5ba8e0963" providerId="AD" clId="Web-{B2DF7B96-E707-5447-FFB8-DE85F7CF402A}" dt="2025-12-23T08:02:24.228" v="9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7:10:15.801" v="0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B2DF7B96-E707-5447-FFB8-DE85F7CF402A}" dt="2025-12-23T07:10:15.801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B2DF7B96-E707-5447-FFB8-DE85F7CF402A}" dt="2025-12-23T07:10:26.786" v="1"/>
        <pc:sldMkLst>
          <pc:docMk/>
          <pc:sldMk cId="2739538269" sldId="5282"/>
        </pc:sldMkLst>
        <pc:graphicFrameChg chg="modGraphic">
          <ac:chgData name="Ashutosh Padhi" userId="S::ashutosh.padhi@inseegroup.onmicrosoft.com::0164c910-f0c0-434a-965d-5bc5ba8e0963" providerId="AD" clId="Web-{B2DF7B96-E707-5447-FFB8-DE85F7CF402A}" dt="2025-12-23T07:10:26.786" v="1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3:42.573" v="16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8:04:50.527" v="210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5:38.418" v="21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8:06:51.841" v="33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06:51.841" v="33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0:42.040" v="384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0:42.040" v="38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57:48.407" v="638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57:48.407" v="638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6:03.736" v="432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6:03.736" v="432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C815A556-0A11-5911-823F-35C46EFDBFF9}"/>
    <pc:docChg chg="modSld">
      <pc:chgData name="Ashutosh Padhi" userId="S::ashutosh.padhi@inseegroup.onmicrosoft.com::0164c910-f0c0-434a-965d-5bc5ba8e0963" providerId="AD" clId="Web-{C815A556-0A11-5911-823F-35C46EFDBFF9}" dt="2025-12-30T03:17:05.207" v="499"/>
      <pc:docMkLst>
        <pc:docMk/>
      </pc:docMkLst>
      <pc:sldChg chg="addSp delSp modSp">
        <pc:chgData name="Ashutosh Padhi" userId="S::ashutosh.padhi@inseegroup.onmicrosoft.com::0164c910-f0c0-434a-965d-5bc5ba8e0963" providerId="AD" clId="Web-{C815A556-0A11-5911-823F-35C46EFDBFF9}" dt="2025-12-30T02:39:41.464" v="10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C815A556-0A11-5911-823F-35C46EFDBFF9}" dt="2025-12-30T02:37:58.646" v="1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C815A556-0A11-5911-823F-35C46EFDBFF9}" dt="2025-12-30T02:37:58.646" v="1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Ashutosh Padhi" userId="S::ashutosh.padhi@inseegroup.onmicrosoft.com::0164c910-f0c0-434a-965d-5bc5ba8e0963" providerId="AD" clId="Web-{C815A556-0A11-5911-823F-35C46EFDBFF9}" dt="2025-12-30T02:41:20.421" v="20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C815A556-0A11-5911-823F-35C46EFDBFF9}" dt="2025-12-30T02:42:44.329" v="46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C815A556-0A11-5911-823F-35C46EFDBFF9}" dt="2025-12-30T02:43:53.816" v="53" actId="1076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C815A556-0A11-5911-823F-35C46EFDBFF9}" dt="2025-12-30T02:46:27.819" v="192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46:27.819" v="192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2:53:52.166" v="245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53:52.166" v="245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3:17:05.207" v="499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3:17:05.207" v="49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2:58:03.038" v="315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58:03.038" v="315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7BADCF7A-378F-F301-FF58-D743510EFA85}"/>
    <pc:docChg chg="modSld">
      <pc:chgData name="Ashutosh Padhi" userId="S::ashutosh.padhi@inseegroup.onmicrosoft.com::0164c910-f0c0-434a-965d-5bc5ba8e0963" providerId="AD" clId="Web-{7BADCF7A-378F-F301-FF58-D743510EFA85}" dt="2026-01-06T05:07:06.050" v="13"/>
      <pc:docMkLst>
        <pc:docMk/>
      </pc:docMkLst>
      <pc:sldChg chg="modSp">
        <pc:chgData name="Ashutosh Padhi" userId="S::ashutosh.padhi@inseegroup.onmicrosoft.com::0164c910-f0c0-434a-965d-5bc5ba8e0963" providerId="AD" clId="Web-{7BADCF7A-378F-F301-FF58-D743510EFA85}" dt="2026-01-06T05:07:06.050" v="13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7BADCF7A-378F-F301-FF58-D743510EFA85}" dt="2026-01-06T05:07:06.050" v="13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</pc:docChg>
  </pc:docChgLst>
  <pc:docChgLst>
    <pc:chgData clId="Web-{83CCC6DD-EC1F-445C-5323-893408C4E1C3}"/>
    <pc:docChg chg="modSld">
      <pc:chgData name="" userId="" providerId="" clId="Web-{83CCC6DD-EC1F-445C-5323-893408C4E1C3}" dt="2026-01-06T05:09:25.348" v="0" actId="20577"/>
      <pc:docMkLst>
        <pc:docMk/>
      </pc:docMkLst>
      <pc:sldChg chg="modSp">
        <pc:chgData name="" userId="" providerId="" clId="Web-{83CCC6DD-EC1F-445C-5323-893408C4E1C3}" dt="2026-01-06T05:09:25.348" v="0" actId="20577"/>
        <pc:sldMkLst>
          <pc:docMk/>
          <pc:sldMk cId="1766131591" sldId="261"/>
        </pc:sldMkLst>
        <pc:spChg chg="mod">
          <ac:chgData name="" userId="" providerId="" clId="Web-{83CCC6DD-EC1F-445C-5323-893408C4E1C3}" dt="2026-01-06T05:09:25.348" v="0" actId="20577"/>
          <ac:spMkLst>
            <pc:docMk/>
            <pc:sldMk cId="1766131591" sldId="261"/>
            <ac:spMk id="2" creationId="{7C90A8F5-958D-47BB-9F67-4AD15E4AC98A}"/>
          </ac:spMkLst>
        </pc:spChg>
      </pc:sldChg>
    </pc:docChg>
  </pc:docChgLst>
  <pc:docChgLst>
    <pc:chgData name="Ashutosh Padhi" userId="S::ashutosh.padhi@inseegroup.onmicrosoft.com::0164c910-f0c0-434a-965d-5bc5ba8e0963" providerId="AD" clId="Web-{09463A4F-618E-D0C1-E324-97ACBDAFC847}"/>
    <pc:docChg chg="modSld">
      <pc:chgData name="Ashutosh Padhi" userId="S::ashutosh.padhi@inseegroup.onmicrosoft.com::0164c910-f0c0-434a-965d-5bc5ba8e0963" providerId="AD" clId="Web-{09463A4F-618E-D0C1-E324-97ACBDAFC847}" dt="2026-01-13T15:43:38.882" v="433"/>
      <pc:docMkLst>
        <pc:docMk/>
      </pc:docMkLst>
      <pc:sldChg chg="addSp delSp modSp">
        <pc:chgData name="Ashutosh Padhi" userId="S::ashutosh.padhi@inseegroup.onmicrosoft.com::0164c910-f0c0-434a-965d-5bc5ba8e0963" providerId="AD" clId="Web-{09463A4F-618E-D0C1-E324-97ACBDAFC847}" dt="2026-01-13T08:02:07.150" v="374" actId="1076"/>
        <pc:sldMkLst>
          <pc:docMk/>
          <pc:sldMk cId="1986474312" sldId="260"/>
        </pc:sldMkLst>
        <pc:picChg chg="del">
          <ac:chgData name="Ashutosh Padhi" userId="S::ashutosh.padhi@inseegroup.onmicrosoft.com::0164c910-f0c0-434a-965d-5bc5ba8e0963" providerId="AD" clId="Web-{09463A4F-618E-D0C1-E324-97ACBDAFC847}" dt="2026-01-13T07:55:40.409" v="261"/>
          <ac:picMkLst>
            <pc:docMk/>
            <pc:sldMk cId="1986474312" sldId="260"/>
            <ac:picMk id="4" creationId="{27F10E35-885D-4146-2D9E-6DE3788E566B}"/>
          </ac:picMkLst>
        </pc:picChg>
        <pc:picChg chg="add mod">
          <ac:chgData name="Ashutosh Padhi" userId="S::ashutosh.padhi@inseegroup.onmicrosoft.com::0164c910-f0c0-434a-965d-5bc5ba8e0963" providerId="AD" clId="Web-{09463A4F-618E-D0C1-E324-97ACBDAFC847}" dt="2026-01-13T08:02:07.150" v="374" actId="1076"/>
          <ac:picMkLst>
            <pc:docMk/>
            <pc:sldMk cId="1986474312" sldId="260"/>
            <ac:picMk id="5" creationId="{484A3596-B862-8384-BED7-3DD2C509340C}"/>
          </ac:picMkLst>
        </pc:picChg>
      </pc:sldChg>
      <pc:sldChg chg="modSp">
        <pc:chgData name="Ashutosh Padhi" userId="S::ashutosh.padhi@inseegroup.onmicrosoft.com::0164c910-f0c0-434a-965d-5bc5ba8e0963" providerId="AD" clId="Web-{09463A4F-618E-D0C1-E324-97ACBDAFC847}" dt="2026-01-13T07:35:01.031" v="2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09463A4F-618E-D0C1-E324-97ACBDAFC847}" dt="2026-01-13T07:35:01.031" v="2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Ashutosh Padhi" userId="S::ashutosh.padhi@inseegroup.onmicrosoft.com::0164c910-f0c0-434a-965d-5bc5ba8e0963" providerId="AD" clId="Web-{09463A4F-618E-D0C1-E324-97ACBDAFC847}" dt="2026-01-13T07:59:51.613" v="294" actId="1076"/>
        <pc:sldMkLst>
          <pc:docMk/>
          <pc:sldMk cId="2227217778" sldId="5285"/>
        </pc:sldMkLst>
        <pc:picChg chg="add mod">
          <ac:chgData name="Ashutosh Padhi" userId="S::ashutosh.padhi@inseegroup.onmicrosoft.com::0164c910-f0c0-434a-965d-5bc5ba8e0963" providerId="AD" clId="Web-{09463A4F-618E-D0C1-E324-97ACBDAFC847}" dt="2026-01-13T07:59:51.613" v="294" actId="1076"/>
          <ac:picMkLst>
            <pc:docMk/>
            <pc:sldMk cId="2227217778" sldId="5285"/>
            <ac:picMk id="4" creationId="{FF2D08E3-641B-BBBC-A7D8-5F652F4A60EF}"/>
          </ac:picMkLst>
        </pc:picChg>
        <pc:picChg chg="del">
          <ac:chgData name="Ashutosh Padhi" userId="S::ashutosh.padhi@inseegroup.onmicrosoft.com::0164c910-f0c0-434a-965d-5bc5ba8e0963" providerId="AD" clId="Web-{09463A4F-618E-D0C1-E324-97ACBDAFC847}" dt="2026-01-13T07:56:20.897" v="270"/>
          <ac:picMkLst>
            <pc:docMk/>
            <pc:sldMk cId="2227217778" sldId="5285"/>
            <ac:picMk id="6" creationId="{F65F4FF8-8E12-6009-1244-243625DA33CE}"/>
          </ac:picMkLst>
        </pc:picChg>
      </pc:sldChg>
      <pc:sldChg chg="addSp delSp modSp">
        <pc:chgData name="Ashutosh Padhi" userId="S::ashutosh.padhi@inseegroup.onmicrosoft.com::0164c910-f0c0-434a-965d-5bc5ba8e0963" providerId="AD" clId="Web-{09463A4F-618E-D0C1-E324-97ACBDAFC847}" dt="2026-01-13T15:43:38.882" v="433"/>
        <pc:sldMkLst>
          <pc:docMk/>
          <pc:sldMk cId="1226687234" sldId="5290"/>
        </pc:sldMkLst>
        <pc:graphicFrameChg chg="add mod modGraphic">
          <ac:chgData name="Ashutosh Padhi" userId="S::ashutosh.padhi@inseegroup.onmicrosoft.com::0164c910-f0c0-434a-965d-5bc5ba8e0963" providerId="AD" clId="Web-{09463A4F-618E-D0C1-E324-97ACBDAFC847}" dt="2026-01-13T15:43:38.882" v="433"/>
          <ac:graphicFrameMkLst>
            <pc:docMk/>
            <pc:sldMk cId="1226687234" sldId="5290"/>
            <ac:graphicFrameMk id="4" creationId="{EC2111FA-DEB8-C330-6DDB-8A508D05966E}"/>
          </ac:graphicFrameMkLst>
        </pc:graphicFrameChg>
        <pc:graphicFrameChg chg="del mod modGraphic">
          <ac:chgData name="Ashutosh Padhi" userId="S::ashutosh.padhi@inseegroup.onmicrosoft.com::0164c910-f0c0-434a-965d-5bc5ba8e0963" providerId="AD" clId="Web-{09463A4F-618E-D0C1-E324-97ACBDAFC847}" dt="2026-01-13T09:15:53.156" v="382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09463A4F-618E-D0C1-E324-97ACBDAFC847}" dt="2026-01-13T07:59:32.784" v="293" actId="1076"/>
        <pc:sldMkLst>
          <pc:docMk/>
          <pc:sldMk cId="4163238611" sldId="5291"/>
        </pc:sldMkLst>
        <pc:picChg chg="del">
          <ac:chgData name="Ashutosh Padhi" userId="S::ashutosh.padhi@inseegroup.onmicrosoft.com::0164c910-f0c0-434a-965d-5bc5ba8e0963" providerId="AD" clId="Web-{09463A4F-618E-D0C1-E324-97ACBDAFC847}" dt="2026-01-13T07:59:14.143" v="288"/>
          <ac:picMkLst>
            <pc:docMk/>
            <pc:sldMk cId="4163238611" sldId="5291"/>
            <ac:picMk id="4" creationId="{6DB246A3-EBD4-7252-AEC8-27E0CDAE69DF}"/>
          </ac:picMkLst>
        </pc:picChg>
        <pc:picChg chg="add mod">
          <ac:chgData name="Ashutosh Padhi" userId="S::ashutosh.padhi@inseegroup.onmicrosoft.com::0164c910-f0c0-434a-965d-5bc5ba8e0963" providerId="AD" clId="Web-{09463A4F-618E-D0C1-E324-97ACBDAFC847}" dt="2026-01-13T07:59:32.784" v="293" actId="1076"/>
          <ac:picMkLst>
            <pc:docMk/>
            <pc:sldMk cId="4163238611" sldId="5291"/>
            <ac:picMk id="5" creationId="{E723C0C2-0908-1A35-AB93-F8632CFB628F}"/>
          </ac:picMkLst>
        </pc:picChg>
      </pc:sldChg>
      <pc:sldChg chg="modSp">
        <pc:chgData name="Ashutosh Padhi" userId="S::ashutosh.padhi@inseegroup.onmicrosoft.com::0164c910-f0c0-434a-965d-5bc5ba8e0963" providerId="AD" clId="Web-{09463A4F-618E-D0C1-E324-97ACBDAFC847}" dt="2026-01-13T08:01:19.539" v="372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09463A4F-618E-D0C1-E324-97ACBDAFC847}" dt="2026-01-13T08:01:19.539" v="372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09463A4F-618E-D0C1-E324-97ACBDAFC847}" dt="2026-01-13T07:47:59.430" v="164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09463A4F-618E-D0C1-E324-97ACBDAFC847}" dt="2026-01-13T07:47:59.430" v="16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09463A4F-618E-D0C1-E324-97ACBDAFC847}" dt="2026-01-13T07:54:38.730" v="260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09463A4F-618E-D0C1-E324-97ACBDAFC847}" dt="2026-01-13T07:54:38.730" v="260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09463A4F-618E-D0C1-E324-97ACBDAFC847}" dt="2026-01-13T07:37:29.958" v="69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09463A4F-618E-D0C1-E324-97ACBDAFC847}" dt="2026-01-13T07:37:29.958" v="69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Shubham Sharma" userId="4dd17e97-4b35-4f5a-acea-fe68010c64e5" providerId="ADAL" clId="{10F16DF8-0E04-4BD5-8A47-76305DD06944}"/>
    <pc:docChg chg="modSld">
      <pc:chgData name="Shubham Sharma" userId="4dd17e97-4b35-4f5a-acea-fe68010c64e5" providerId="ADAL" clId="{10F16DF8-0E04-4BD5-8A47-76305DD06944}" dt="2026-01-06T07:24:56.206" v="14" actId="27918"/>
      <pc:docMkLst>
        <pc:docMk/>
      </pc:docMkLst>
      <pc:sldChg chg="modSp mod">
        <pc:chgData name="Shubham Sharma" userId="4dd17e97-4b35-4f5a-acea-fe68010c64e5" providerId="ADAL" clId="{10F16DF8-0E04-4BD5-8A47-76305DD06944}" dt="2025-12-17T02:27:17.274" v="1" actId="20577"/>
        <pc:sldMkLst>
          <pc:docMk/>
          <pc:sldMk cId="1986474312" sldId="260"/>
        </pc:sldMkLst>
      </pc:sldChg>
      <pc:sldChg chg="modSp mod">
        <pc:chgData name="Shubham Sharma" userId="4dd17e97-4b35-4f5a-acea-fe68010c64e5" providerId="ADAL" clId="{10F16DF8-0E04-4BD5-8A47-76305DD06944}" dt="2025-12-30T05:10:33.445" v="6" actId="113"/>
        <pc:sldMkLst>
          <pc:docMk/>
          <pc:sldMk cId="4054545799" sldId="6211"/>
        </pc:sldMkLst>
        <pc:graphicFrameChg chg="modGraphic">
          <ac:chgData name="Shubham Sharma" userId="4dd17e97-4b35-4f5a-acea-fe68010c64e5" providerId="ADAL" clId="{10F16DF8-0E04-4BD5-8A47-76305DD06944}" dt="2025-12-30T05:10:33.445" v="6" actId="11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">
        <pc:chgData name="Shubham Sharma" userId="4dd17e97-4b35-4f5a-acea-fe68010c64e5" providerId="ADAL" clId="{10F16DF8-0E04-4BD5-8A47-76305DD06944}" dt="2026-01-06T07:24:56.206" v="14" actId="27918"/>
        <pc:sldMkLst>
          <pc:docMk/>
          <pc:sldMk cId="2863955415" sldId="6218"/>
        </pc:sldMkLst>
      </pc:sldChg>
      <pc:sldChg chg="modSp mod">
        <pc:chgData name="Shubham Sharma" userId="4dd17e97-4b35-4f5a-acea-fe68010c64e5" providerId="ADAL" clId="{10F16DF8-0E04-4BD5-8A47-76305DD06944}" dt="2025-12-30T05:09:34.526" v="2" actId="6549"/>
        <pc:sldMkLst>
          <pc:docMk/>
          <pc:sldMk cId="1867862970" sldId="6228"/>
        </pc:sldMkLst>
        <pc:spChg chg="mod">
          <ac:chgData name="Shubham Sharma" userId="4dd17e97-4b35-4f5a-acea-fe68010c64e5" providerId="ADAL" clId="{10F16DF8-0E04-4BD5-8A47-76305DD06944}" dt="2025-12-30T05:09:34.526" v="2" actId="6549"/>
          <ac:spMkLst>
            <pc:docMk/>
            <pc:sldMk cId="1867862970" sldId="6228"/>
            <ac:spMk id="3" creationId="{2100F771-A5BF-364C-D7A6-864C3DB3D1A5}"/>
          </ac:spMkLst>
        </pc:spChg>
      </pc:sldChg>
      <pc:sldChg chg="mod">
        <pc:chgData name="Shubham Sharma" userId="4dd17e97-4b35-4f5a-acea-fe68010c64e5" providerId="ADAL" clId="{10F16DF8-0E04-4BD5-8A47-76305DD06944}" dt="2026-01-06T07:24:19.878" v="11" actId="27918"/>
        <pc:sldMkLst>
          <pc:docMk/>
          <pc:sldMk cId="2843726764" sldId="6229"/>
        </pc:sldMkLst>
      </pc:sldChg>
    </pc:docChg>
  </pc:docChgLst>
  <pc:docChgLst>
    <pc:chgData name="Janvi Sah" userId="S::janvi.sah@inseegroup.onmicrosoft.com::f40b1070-b57e-4a71-bda7-074c4efadbe4" providerId="AD" clId="Web-{F96821B7-0D46-E703-7126-1C8B389735E8}"/>
    <pc:docChg chg="modSld">
      <pc:chgData name="Janvi Sah" userId="S::janvi.sah@inseegroup.onmicrosoft.com::f40b1070-b57e-4a71-bda7-074c4efadbe4" providerId="AD" clId="Web-{F96821B7-0D46-E703-7126-1C8B389735E8}" dt="2025-12-16T05:46:10.298" v="334"/>
      <pc:docMkLst>
        <pc:docMk/>
      </pc:docMkLst>
      <pc:sldChg chg="modSp">
        <pc:chgData name="Janvi Sah" userId="S::janvi.sah@inseegroup.onmicrosoft.com::f40b1070-b57e-4a71-bda7-074c4efadbe4" providerId="AD" clId="Web-{F96821B7-0D46-E703-7126-1C8B389735E8}" dt="2025-12-16T05:39:40.641" v="222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39:40.641" v="222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4:41.680" v="31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4:41.680" v="31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6:10.298" v="33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6:10.298" v="33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clId="Web-{B5CB8B22-722B-0627-24F2-E33E2E8A0696}"/>
    <pc:docChg chg="modSld">
      <pc:chgData name="" userId="" providerId="" clId="Web-{B5CB8B22-722B-0627-24F2-E33E2E8A0696}" dt="2026-01-06T02:00:09.626" v="2" actId="20577"/>
      <pc:docMkLst>
        <pc:docMk/>
      </pc:docMkLst>
      <pc:sldChg chg="modSp">
        <pc:chgData name="" userId="" providerId="" clId="Web-{B5CB8B22-722B-0627-24F2-E33E2E8A0696}" dt="2026-01-06T02:00:09.626" v="2" actId="20577"/>
        <pc:sldMkLst>
          <pc:docMk/>
          <pc:sldMk cId="1766131591" sldId="261"/>
        </pc:sldMkLst>
        <pc:spChg chg="mod">
          <ac:chgData name="" userId="" providerId="" clId="Web-{B5CB8B22-722B-0627-24F2-E33E2E8A0696}" dt="2026-01-06T02:00:09.626" v="2" actId="20577"/>
          <ac:spMkLst>
            <pc:docMk/>
            <pc:sldMk cId="1766131591" sldId="261"/>
            <ac:spMk id="2" creationId="{7C90A8F5-958D-47BB-9F67-4AD15E4AC98A}"/>
          </ac:spMkLst>
        </pc:spChg>
      </pc:sldChg>
    </pc:docChg>
  </pc:docChgLst>
  <pc:docChgLst>
    <pc:chgData name="Ashutosh Padhi" userId="S::ashutosh.padhi@inseegroup.onmicrosoft.com::0164c910-f0c0-434a-965d-5bc5ba8e0963" providerId="AD" clId="Web-{6E8E79C0-D106-EF61-A426-2FB4CC5C3369}"/>
    <pc:docChg chg="modSld">
      <pc:chgData name="Ashutosh Padhi" userId="S::ashutosh.padhi@inseegroup.onmicrosoft.com::0164c910-f0c0-434a-965d-5bc5ba8e0963" providerId="AD" clId="Web-{6E8E79C0-D106-EF61-A426-2FB4CC5C3369}" dt="2025-12-26T02:09:52.864" v="3"/>
      <pc:docMkLst>
        <pc:docMk/>
      </pc:docMkLst>
      <pc:sldChg chg="modSp">
        <pc:chgData name="Ashutosh Padhi" userId="S::ashutosh.padhi@inseegroup.onmicrosoft.com::0164c910-f0c0-434a-965d-5bc5ba8e0963" providerId="AD" clId="Web-{6E8E79C0-D106-EF61-A426-2FB4CC5C3369}" dt="2025-12-26T02:09:52.864" v="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E8E79C0-D106-EF61-A426-2FB4CC5C3369}" dt="2025-12-26T02:09:52.864" v="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B5CB8B22-722B-0627-24F2-E33E2E8A0696}"/>
    <pc:docChg chg="modSld">
      <pc:chgData name="Ashutosh Padhi" userId="S::ashutosh.padhi@inseegroup.onmicrosoft.com::0164c910-f0c0-434a-965d-5bc5ba8e0963" providerId="AD" clId="Web-{B5CB8B22-722B-0627-24F2-E33E2E8A0696}" dt="2026-01-06T03:32:24.028" v="359"/>
      <pc:docMkLst>
        <pc:docMk/>
      </pc:docMkLst>
      <pc:sldChg chg="addSp delSp modSp">
        <pc:chgData name="Ashutosh Padhi" userId="S::ashutosh.padhi@inseegroup.onmicrosoft.com::0164c910-f0c0-434a-965d-5bc5ba8e0963" providerId="AD" clId="Web-{B5CB8B22-722B-0627-24F2-E33E2E8A0696}" dt="2026-01-06T02:17:13.819" v="248" actId="20577"/>
        <pc:sldMkLst>
          <pc:docMk/>
          <pc:sldMk cId="1986474312" sldId="260"/>
        </pc:sldMkLst>
        <pc:spChg chg="add mod">
          <ac:chgData name="Ashutosh Padhi" userId="S::ashutosh.padhi@inseegroup.onmicrosoft.com::0164c910-f0c0-434a-965d-5bc5ba8e0963" providerId="AD" clId="Web-{B5CB8B22-722B-0627-24F2-E33E2E8A0696}" dt="2026-01-06T02:17:13.819" v="248" actId="20577"/>
          <ac:spMkLst>
            <pc:docMk/>
            <pc:sldMk cId="1986474312" sldId="260"/>
            <ac:spMk id="6" creationId="{C4012864-8FA1-89B9-6142-D7504358D7DC}"/>
          </ac:spMkLst>
        </pc:spChg>
      </pc:sldChg>
      <pc:sldChg chg="modSp">
        <pc:chgData name="Ashutosh Padhi" userId="S::ashutosh.padhi@inseegroup.onmicrosoft.com::0164c910-f0c0-434a-965d-5bc5ba8e0963" providerId="AD" clId="Web-{B5CB8B22-722B-0627-24F2-E33E2E8A0696}" dt="2026-01-06T02:13:56.944" v="152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B5CB8B22-722B-0627-24F2-E33E2E8A0696}" dt="2026-01-06T02:13:56.944" v="152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Ashutosh Padhi" userId="S::ashutosh.padhi@inseegroup.onmicrosoft.com::0164c910-f0c0-434a-965d-5bc5ba8e0963" providerId="AD" clId="Web-{B5CB8B22-722B-0627-24F2-E33E2E8A0696}" dt="2026-01-06T02:05:55.504" v="27" actId="1076"/>
        <pc:sldMkLst>
          <pc:docMk/>
          <pc:sldMk cId="2227217778" sldId="5285"/>
        </pc:sldMkLst>
      </pc:sldChg>
      <pc:sldChg chg="addSp delSp modSp">
        <pc:chgData name="Ashutosh Padhi" userId="S::ashutosh.padhi@inseegroup.onmicrosoft.com::0164c910-f0c0-434a-965d-5bc5ba8e0963" providerId="AD" clId="Web-{B5CB8B22-722B-0627-24F2-E33E2E8A0696}" dt="2026-01-06T03:32:24.028" v="359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B5CB8B22-722B-0627-24F2-E33E2E8A0696}" dt="2026-01-06T02:07:56.927" v="41" actId="1076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B5CB8B22-722B-0627-24F2-E33E2E8A0696}" dt="2026-01-06T02:09:40.724" v="129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B5CB8B22-722B-0627-24F2-E33E2E8A0696}" dt="2026-01-06T02:09:40.724" v="129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83CCC6DD-EC1F-445C-5323-893408C4E1C3}"/>
    <pc:docChg chg="modSld">
      <pc:chgData name="Ashutosh Padhi" userId="S::ashutosh.padhi@inseegroup.onmicrosoft.com::0164c910-f0c0-434a-965d-5bc5ba8e0963" providerId="AD" clId="Web-{83CCC6DD-EC1F-445C-5323-893408C4E1C3}" dt="2026-01-06T05:10:29.130" v="9"/>
      <pc:docMkLst>
        <pc:docMk/>
      </pc:docMkLst>
      <pc:sldChg chg="modSp">
        <pc:chgData name="Ashutosh Padhi" userId="S::ashutosh.padhi@inseegroup.onmicrosoft.com::0164c910-f0c0-434a-965d-5bc5ba8e0963" providerId="AD" clId="Web-{83CCC6DD-EC1F-445C-5323-893408C4E1C3}" dt="2026-01-06T05:09:54.973" v="1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83CCC6DD-EC1F-445C-5323-893408C4E1C3}" dt="2026-01-06T05:09:54.973" v="1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83CCC6DD-EC1F-445C-5323-893408C4E1C3}" dt="2026-01-06T05:10:29.130" v="9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83CCC6DD-EC1F-445C-5323-893408C4E1C3}" dt="2026-01-06T05:10:29.130" v="9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21-Dec to 27-Dec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139.88999999999999</c:v>
                </c:pt>
                <c:pt idx="1">
                  <c:v>366.33</c:v>
                </c:pt>
                <c:pt idx="2">
                  <c:v>259.72000000000003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9-4FBD-88F1-CE9F66E44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28-Dec to 03-Jan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139.85</c:v>
                </c:pt>
                <c:pt idx="1">
                  <c:v>363.64</c:v>
                </c:pt>
                <c:pt idx="2">
                  <c:v>262.67</c:v>
                </c:pt>
                <c:pt idx="3">
                  <c:v>37.39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9-4FBD-88F1-CE9F66E449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04-Jan to 10-Jan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Sheet1!$D$2:$D$5</c:f>
              <c:numCache>
                <c:formatCode>"$"#,##0.00_);[Red]\("$"#,##0.00\)</c:formatCode>
                <c:ptCount val="4"/>
                <c:pt idx="0">
                  <c:v>140.03</c:v>
                </c:pt>
                <c:pt idx="1">
                  <c:v>366.56</c:v>
                </c:pt>
                <c:pt idx="2">
                  <c:v>268.26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79-4FBD-88F1-CE9F66E449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2746271"/>
        <c:axId val="1262742911"/>
      </c:barChart>
      <c:catAx>
        <c:axId val="126274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2911"/>
        <c:crosses val="autoZero"/>
        <c:auto val="1"/>
        <c:lblAlgn val="ctr"/>
        <c:lblOffset val="100"/>
        <c:noMultiLvlLbl val="0"/>
      </c:catAx>
      <c:valAx>
        <c:axId val="1262742911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6271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661617384322609E-2"/>
          <c:y val="5.254205877158287E-2"/>
          <c:w val="0.92810663075650801"/>
          <c:h val="0.73353594678567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21-Dec to 27-Dec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5.5598872087134314E-3"/>
                  <c:y val="7.8980688910613769E-3"/>
                </c:manualLayout>
              </c:layout>
              <c:tx>
                <c:rich>
                  <a:bodyPr/>
                  <a:lstStyle/>
                  <a:p>
                    <a:fld id="{7843AE2A-E293-4768-9B87-80F4B3301936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Sheet1!$B$2:$B$7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71.72</c:v>
                </c:pt>
                <c:pt idx="2">
                  <c:v>272.94</c:v>
                </c:pt>
                <c:pt idx="3">
                  <c:v>45.69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1-499E-9EA6-9D40E38F08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28-Dec to 03-Jan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1119774417427516E-3"/>
                  <c:y val="1.1847103336592056E-2"/>
                </c:manualLayout>
              </c:layout>
              <c:tx>
                <c:rich>
                  <a:bodyPr/>
                  <a:lstStyle/>
                  <a:p>
                    <a:fld id="{2136AB65-E4A9-47FB-81D4-7C116E43818F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Sheet1!$C$2:$C$7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71.69</c:v>
                </c:pt>
                <c:pt idx="2">
                  <c:v>273.06</c:v>
                </c:pt>
                <c:pt idx="3">
                  <c:v>43.21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1-499E-9EA6-9D40E38F08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04-Jan to 10-Jan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2239548834853402E-3"/>
                  <c:y val="1.579613778212275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B841BEE-43D4-45BC-B20B-8017E88E0513}" type="VALUE">
                      <a:rPr lang="en-US" sz="1100"/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BA1-499E-9EA6-9D40E38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Sheet1!$D$2:$D$7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71.73</c:v>
                </c:pt>
                <c:pt idx="2">
                  <c:v>273.33</c:v>
                </c:pt>
                <c:pt idx="3">
                  <c:v>45.86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A1-499E-9EA6-9D40E38F08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2"/>
        <c:overlap val="-50"/>
        <c:axId val="1474629887"/>
        <c:axId val="1474620287"/>
      </c:barChart>
      <c:catAx>
        <c:axId val="147462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0287"/>
        <c:crosses val="autoZero"/>
        <c:auto val="1"/>
        <c:lblAlgn val="ctr"/>
        <c:lblOffset val="100"/>
        <c:noMultiLvlLbl val="0"/>
      </c:catAx>
      <c:valAx>
        <c:axId val="147462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417C-1596-4455-9FB6-5300FB06C86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8143-EB37-4501-BFAA-A63B0B4F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5401D-9D8E-4E25-990D-3F7F5AE12B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58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D405-6F7E-6533-7E1A-E39EFED4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B0A66-D3CD-1B76-50C8-8032F906E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D4E4-6049-94D0-902C-05C31E9CA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D868-C822-D3E9-15E8-A2280DFC9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2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8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717C-274C-D313-0783-B282DD9A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695F0-DADA-2E0E-F160-344200BBF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62879-B181-5E67-86D3-A6D6A17F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97DB-F276-27C0-3E28-3303CF2F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5BC2-3CF5-8277-8295-0188F9F2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50-1148-4CA3-A971-2DB0A328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7894-B757-0294-2C50-66980649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D73F-1F3F-3ADF-6DFB-F12335BB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E0D8-7C67-618A-2AF2-27B4CA2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C3C7-1C6A-6057-3CAC-53B52F76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E20F-C815-EB12-70DD-428DABC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C521-C3C1-7AB2-7B2C-09C64EEF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44CF-84C5-0BC7-424F-2C317221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E606-68F8-A326-AAE3-3E6E8DC5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D2C13-7C16-73AF-B35A-57A775F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FB35-93F3-5C34-7897-B1BC18B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FBEC-C945-003B-5788-7DE14B94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EB558-8353-187A-98AA-9E4C4641B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457D1-FD01-1D29-024E-80C98CF2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F160-FF84-4296-C66A-8ACF776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32B20-31DF-6242-FEDC-CF180B58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29F9-443F-561C-80B9-E4485A36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B550-66C3-296A-4249-71933BCD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FE6C3-4D6E-F950-FD7E-6AC36B57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8D000-11F5-09FC-F8EC-91DAB452E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D6AEC-C51A-307F-1B55-2F7D86102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E7AEB-C3B8-1995-EB0E-E6ACBBEB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D3E6A-1553-4779-E9EE-F1DE57CF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84052-8D2C-04AE-9522-3C2D16DC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BF9A-D032-59A2-4B54-EA4D24D0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592A9-F618-4130-CD3D-7E61F36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E2EA-8058-313C-6941-426DA90A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032F9-2972-F3A2-5EDA-91D0ED68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F76D0-BD65-8C89-F904-1317E6AD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D184-36A9-4DF2-A483-4E96BDA1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C7E1-D845-799F-1111-1348CC3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2D90-A8E5-9D07-3E07-F326956E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1C5B-B33C-F88D-347E-0DF98657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62E2E-9B57-7EA0-B65C-4E938C37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0A36-21F1-7583-B84D-1FFD5F02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7DF0-7E57-0D96-EBAB-2D0A6997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74AE-6142-398B-69FD-6AEC5364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6F1B-D963-358F-F915-1A193578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8E7A4-41F0-E05B-41BE-7E7A6A82A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A1030-EB16-D104-64CF-18499E829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DBA-6077-7C2A-992C-EEAA98F5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9E4B8-05CE-E69D-7504-2E1384ED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4B3F9-B9FD-D742-656B-47D4ED8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8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D52F-EE5C-C794-2C56-B71C0C32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085F4-C6D1-A9A6-4795-E044EFBB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69F9-1023-1469-CC81-B2757DA0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D4521-BF10-09CB-9D4E-FB59F344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8026-C08A-C9D3-DCA8-6F58E95E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A4AAD-5C3D-D770-155D-DA1525A3B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FE6CF-94EC-D85F-2AAA-5ABFECEA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AB01-8178-52FA-47F3-DA45A99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0832-22DF-89C3-B011-84770E72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02AD-4C0B-9ACB-42B8-9F6A9307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25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28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675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25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33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184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377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55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50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0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645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661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buClr>
                <a:srgbClr val="FF0000"/>
              </a:buClr>
              <a:defRPr/>
            </a:pPr>
            <a:fld id="{2485B633-6863-4B84-8019-F125347A66EC}" type="slidenum">
              <a:rPr lang="en-GB" smtClean="0">
                <a:cs typeface="Arial" panose="020B0604020202020204" pitchFamily="34" charset="0"/>
              </a:rPr>
              <a:pPr defTabSz="1219170" fontAlgn="base">
                <a:buClr>
                  <a:srgbClr val="FF0000"/>
                </a:buClr>
                <a:defRPr/>
              </a:pPr>
              <a:t>‹#›</a:t>
            </a:fld>
            <a:endParaRPr lang="en-GB">
              <a:cs typeface="Arial" panose="020B0604020202020204" pitchFamily="34" charset="0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sz="quarter" idx="14"/>
          </p:nvPr>
        </p:nvSpPr>
        <p:spPr>
          <a:xfrm>
            <a:off x="689710" y="1124743"/>
            <a:ext cx="10812583" cy="51125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pyright (for compat purpose)" hidden="1"/>
          <p:cNvSpPr txBox="1"/>
          <p:nvPr userDrawn="1">
            <p:custDataLst>
              <p:tags r:id="rId1"/>
            </p:custDataLst>
          </p:nvPr>
        </p:nvSpPr>
        <p:spPr>
          <a:xfrm>
            <a:off x="4500746" y="8937901"/>
            <a:ext cx="3722260" cy="11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8022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09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9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DBD874DD-6B4C-4304-A46D-63A1EC9785B4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810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D1AD-C20F-41E2-8006-1DE1763FA6D4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71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86574-B733-43AB-921A-036081D89ADC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78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CC54-8AE9-4E1A-A7BF-40AD52427C35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16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2D3E8-0CC8-460B-9ABA-00A98E793133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E74B5-31CF-4825-9E51-4A3C23E71608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000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AC913-BC33-4DE8-A94D-F949FDC30929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108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C318D-4E5D-4084-8541-C1CE69AC95A5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007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0706-C575-4289-97EF-CB77FB9118D7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200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330EB-1CAE-4C08-906E-99DCBA72717F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30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9BDC3-1347-4689-B4EB-228B7A1E2042}" type="datetime1">
              <a:rPr lang="en-GB" smtClean="0"/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646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1842247" cy="155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50" y="457200"/>
            <a:ext cx="6812530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371600"/>
            <a:ext cx="675615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1525250" y="6286500"/>
            <a:ext cx="4572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1438516" y="6343650"/>
            <a:ext cx="654404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05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0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7581901" y="1028701"/>
            <a:ext cx="4612877" cy="3814934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A9E719-6995-42D8-B7C5-CF6B0386CD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5734707"/>
            <a:ext cx="1123293" cy="11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488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ABFA2-D0C3-8642-AE74-0B5672AEB4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19">
            <a:extLst>
              <a:ext uri="{FF2B5EF4-FFF2-40B4-BE49-F238E27FC236}">
                <a16:creationId xmlns:a16="http://schemas.microsoft.com/office/drawing/2014/main" id="{A68A33D3-A39D-714C-BBA1-B97C508A10B0}"/>
              </a:ext>
            </a:extLst>
          </p:cNvPr>
          <p:cNvSpPr txBox="1"/>
          <p:nvPr/>
        </p:nvSpPr>
        <p:spPr>
          <a:xfrm>
            <a:off x="540000" y="6374701"/>
            <a:ext cx="30432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©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201</a:t>
            </a:r>
            <a:r>
              <a:rPr lang="en-US" sz="900" spc="-4">
                <a:solidFill>
                  <a:srgbClr val="A3A3A3"/>
                </a:solidFill>
                <a:latin typeface="Arial"/>
                <a:cs typeface="Arial"/>
              </a:rPr>
              <a:t>9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 NIIT </a:t>
            </a:r>
            <a:r>
              <a:rPr sz="900" spc="-15">
                <a:solidFill>
                  <a:srgbClr val="A3A3A3"/>
                </a:solidFill>
                <a:latin typeface="Arial"/>
                <a:cs typeface="Arial"/>
              </a:rPr>
              <a:t>Technologies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www.niit-tech.com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</a:t>
            </a:r>
            <a:r>
              <a:rPr sz="900" spc="-34">
                <a:solidFill>
                  <a:srgbClr val="A3A3A3"/>
                </a:solidFill>
                <a:latin typeface="Arial"/>
                <a:cs typeface="Arial"/>
              </a:rPr>
              <a:t>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Confidential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8F91E6D-ED65-FC41-A446-127597D7469F}"/>
              </a:ext>
            </a:extLst>
          </p:cNvPr>
          <p:cNvSpPr/>
          <p:nvPr/>
        </p:nvSpPr>
        <p:spPr>
          <a:xfrm>
            <a:off x="11144620" y="6076140"/>
            <a:ext cx="779621" cy="779621"/>
          </a:xfrm>
          <a:custGeom>
            <a:avLst/>
            <a:gdLst/>
            <a:ahLst/>
            <a:cxnLst/>
            <a:rect l="l" t="t" r="r" b="b"/>
            <a:pathLst>
              <a:path w="1039494" h="1039495">
                <a:moveTo>
                  <a:pt x="1039291" y="0"/>
                </a:moveTo>
                <a:lnTo>
                  <a:pt x="0" y="1039304"/>
                </a:lnTo>
                <a:lnTo>
                  <a:pt x="1039291" y="1039304"/>
                </a:lnTo>
                <a:lnTo>
                  <a:pt x="103929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37D768D8-7494-9E44-82EC-2CA4A6306CF0}"/>
              </a:ext>
            </a:extLst>
          </p:cNvPr>
          <p:cNvSpPr txBox="1">
            <a:spLocks/>
          </p:cNvSpPr>
          <p:nvPr/>
        </p:nvSpPr>
        <p:spPr>
          <a:xfrm>
            <a:off x="11125200" y="6498772"/>
            <a:ext cx="689610" cy="3429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z="1500" smtClean="0"/>
              <a:pPr/>
              <a:t>‹#›</a:t>
            </a:fld>
            <a:endParaRPr lang="en-GB" sz="150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AE001B2-7A3B-C749-A678-933E4EF5D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1" y="540000"/>
            <a:ext cx="5556000" cy="431550"/>
          </a:xfrm>
          <a:prstGeom prst="rect">
            <a:avLst/>
          </a:prstGeom>
        </p:spPr>
        <p:txBody>
          <a:bodyPr lIns="0" tIns="0" rIns="0" bIns="0"/>
          <a:lstStyle>
            <a:lvl1pPr>
              <a:defRPr sz="315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CD6F665-C842-2C4B-89CF-9ACF2BCEF8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1107000"/>
            <a:ext cx="5265000" cy="1998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4687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5A32-BF2B-417A-8661-C8EC46C9F3F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122E-A4C0-42AA-8363-C0F0C491C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28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85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13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974036"/>
            <a:ext cx="11605684" cy="4840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10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823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807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905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383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315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40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0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068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003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8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38482-F755-D09C-E7F5-E2F9CFA1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729F-EFA3-F9AF-EC04-915030C5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D649-E5FA-868F-0290-11F6E46D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22F82-77EF-49EF-AB74-C27C68E8D99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EA0E-41DD-BD98-8C91-54D8E958A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25830-CE1F-F287-7F07-364469FC4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4A88E00-13E9-40A5-BD26-CBC47269ED91}" type="datetime1">
              <a:rPr lang="en-GB" smtClean="0"/>
              <a:t>13/01/2026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156453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13/01/2026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805071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90A8F5-958D-47BB-9F67-4AD15E4A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1" y="2969686"/>
            <a:ext cx="9042398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 dirty="0"/>
              <a:t>13-January-2026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9BA557-24CE-4F58-A654-339F5C314B60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275234" y="2312538"/>
            <a:ext cx="10263622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OMEGA Module Weekly Meeting – Azure Cloud (PaaS/SaaS)</a:t>
            </a:r>
          </a:p>
        </p:txBody>
      </p:sp>
    </p:spTree>
    <p:extLst>
      <p:ext uri="{BB962C8B-B14F-4D97-AF65-F5344CB8AC3E}">
        <p14:creationId xmlns:p14="http://schemas.microsoft.com/office/powerpoint/2010/main" val="176613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1FDE-E378-6352-B7AF-A8D01E11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FB2CBC-6AB0-8318-B60E-20CE22ED3F26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336A8-A5EF-D1F3-76EC-B60ADFE265CF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Action Points Identified in Last Meeting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D8992-6762-235D-401A-C2F3ABB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11292"/>
              </p:ext>
            </p:extLst>
          </p:nvPr>
        </p:nvGraphicFramePr>
        <p:xfrm>
          <a:off x="337278" y="712031"/>
          <a:ext cx="11265219" cy="136878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12556">
                  <a:extLst>
                    <a:ext uri="{9D8B030D-6E8A-4147-A177-3AD203B41FA5}">
                      <a16:colId xmlns:a16="http://schemas.microsoft.com/office/drawing/2014/main" val="2140126612"/>
                    </a:ext>
                  </a:extLst>
                </a:gridCol>
                <a:gridCol w="5009452">
                  <a:extLst>
                    <a:ext uri="{9D8B030D-6E8A-4147-A177-3AD203B41FA5}">
                      <a16:colId xmlns:a16="http://schemas.microsoft.com/office/drawing/2014/main" val="2300733620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32954589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109087960"/>
                    </a:ext>
                  </a:extLst>
                </a:gridCol>
                <a:gridCol w="1545771">
                  <a:extLst>
                    <a:ext uri="{9D8B030D-6E8A-4147-A177-3AD203B41FA5}">
                      <a16:colId xmlns:a16="http://schemas.microsoft.com/office/drawing/2014/main" val="4060157840"/>
                    </a:ext>
                  </a:extLst>
                </a:gridCol>
                <a:gridCol w="1206640">
                  <a:extLst>
                    <a:ext uri="{9D8B030D-6E8A-4147-A177-3AD203B41FA5}">
                      <a16:colId xmlns:a16="http://schemas.microsoft.com/office/drawing/2014/main" val="3414963672"/>
                    </a:ext>
                  </a:extLst>
                </a:gridCol>
              </a:tblGrid>
              <a:tr h="618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Action Points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Raised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56086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Modification of Pricing Model of VMs for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Coforge</a:t>
                      </a:r>
                      <a:r>
                        <a:rPr lang="en-US" sz="1200">
                          <a:effectLst/>
                          <a:latin typeface="Arial"/>
                        </a:rPr>
                        <a:t> Managed Application.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16-06-2025</a:t>
                      </a:r>
                      <a:endParaRPr lang="en-US" sz="1200"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effectLst/>
                          <a:latin typeface="Arial"/>
                        </a:rPr>
                        <a:t>On-Hold</a:t>
                      </a:r>
                    </a:p>
                  </a:txBody>
                  <a:tcPr marL="9524" marR="9524" marT="952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TBC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83666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53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B981-4410-88BA-32D4-558444C7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EE6DA-C25A-4FFF-7181-47931EBA7F52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3280D-1188-3689-8457-FCF3A9EF3E9E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Azure Platform Monitoring and Health Check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6689B8-A5DD-CBF4-B121-03778775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FBBEAB-9A73-6B55-D26F-C2027B5B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78491"/>
              </p:ext>
            </p:extLst>
          </p:nvPr>
        </p:nvGraphicFramePr>
        <p:xfrm>
          <a:off x="239483" y="674909"/>
          <a:ext cx="11604174" cy="5494728"/>
        </p:xfrm>
        <a:graphic>
          <a:graphicData uri="http://schemas.openxmlformats.org/drawingml/2006/table">
            <a:tbl>
              <a:tblPr/>
              <a:tblGrid>
                <a:gridCol w="2406958">
                  <a:extLst>
                    <a:ext uri="{9D8B030D-6E8A-4147-A177-3AD203B41FA5}">
                      <a16:colId xmlns:a16="http://schemas.microsoft.com/office/drawing/2014/main" val="1958187418"/>
                    </a:ext>
                  </a:extLst>
                </a:gridCol>
                <a:gridCol w="1634080">
                  <a:extLst>
                    <a:ext uri="{9D8B030D-6E8A-4147-A177-3AD203B41FA5}">
                      <a16:colId xmlns:a16="http://schemas.microsoft.com/office/drawing/2014/main" val="4177336512"/>
                    </a:ext>
                  </a:extLst>
                </a:gridCol>
                <a:gridCol w="2848598">
                  <a:extLst>
                    <a:ext uri="{9D8B030D-6E8A-4147-A177-3AD203B41FA5}">
                      <a16:colId xmlns:a16="http://schemas.microsoft.com/office/drawing/2014/main" val="3594419545"/>
                    </a:ext>
                  </a:extLst>
                </a:gridCol>
                <a:gridCol w="1645121">
                  <a:extLst>
                    <a:ext uri="{9D8B030D-6E8A-4147-A177-3AD203B41FA5}">
                      <a16:colId xmlns:a16="http://schemas.microsoft.com/office/drawing/2014/main" val="1028675842"/>
                    </a:ext>
                  </a:extLst>
                </a:gridCol>
                <a:gridCol w="1886038">
                  <a:extLst>
                    <a:ext uri="{9D8B030D-6E8A-4147-A177-3AD203B41FA5}">
                      <a16:colId xmlns:a16="http://schemas.microsoft.com/office/drawing/2014/main" val="528134734"/>
                    </a:ext>
                  </a:extLst>
                </a:gridCol>
                <a:gridCol w="1183379">
                  <a:extLst>
                    <a:ext uri="{9D8B030D-6E8A-4147-A177-3AD203B41FA5}">
                      <a16:colId xmlns:a16="http://schemas.microsoft.com/office/drawing/2014/main" val="3819285118"/>
                    </a:ext>
                  </a:extLst>
                </a:gridCol>
              </a:tblGrid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NAME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TYPE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 GROUP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SUBSCRIPTION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Monitoring 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 Status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3682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66466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9237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5108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1298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9838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2902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037762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333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48519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0616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ecocycle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17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872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inseeconcrete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57023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inseeecocycle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23377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6567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5834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21512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0192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ISOSLAService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rg-sccc-isosla-prod-001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54521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overviewcctv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4966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SCCCAppService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7512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SCCCeDOSApp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051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4734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29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55250"/>
                  </a:ext>
                </a:extLst>
              </a:tr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981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7983AF-2B4A-6C21-7BC7-EB1C85BA00F7}"/>
              </a:ext>
            </a:extLst>
          </p:cNvPr>
          <p:cNvSpPr txBox="1"/>
          <p:nvPr/>
        </p:nvSpPr>
        <p:spPr>
          <a:xfrm>
            <a:off x="271966" y="6214493"/>
            <a:ext cx="757463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Critical Azure Application services Health Checks.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BDB4-8CF2-E42F-94B5-A28CF925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E7837-A504-18B3-8F75-0925B2B0B97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02A91-169C-61C5-2181-55A62C3D2B5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Backup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680CD3-E8BE-121A-0559-D4AC817D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8233-8C14-6FB9-BB1F-F28E403EF8AE}"/>
              </a:ext>
            </a:extLst>
          </p:cNvPr>
          <p:cNvSpPr txBox="1"/>
          <p:nvPr/>
        </p:nvSpPr>
        <p:spPr>
          <a:xfrm>
            <a:off x="391886" y="6139543"/>
            <a:ext cx="64567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Azure Backups managed by </a:t>
            </a:r>
            <a:r>
              <a:rPr lang="en-US" sz="1400" err="1"/>
              <a:t>Coforge</a:t>
            </a:r>
            <a:r>
              <a:rPr lang="en-US" sz="1400"/>
              <a:t>.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01DC21-DA31-7A67-B228-929ADF1D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8729"/>
              </p:ext>
            </p:extLst>
          </p:nvPr>
        </p:nvGraphicFramePr>
        <p:xfrm>
          <a:off x="217714" y="692581"/>
          <a:ext cx="11679141" cy="498194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608394">
                  <a:extLst>
                    <a:ext uri="{9D8B030D-6E8A-4147-A177-3AD203B41FA5}">
                      <a16:colId xmlns:a16="http://schemas.microsoft.com/office/drawing/2014/main" val="103348414"/>
                    </a:ext>
                  </a:extLst>
                </a:gridCol>
                <a:gridCol w="1679092">
                  <a:extLst>
                    <a:ext uri="{9D8B030D-6E8A-4147-A177-3AD203B41FA5}">
                      <a16:colId xmlns:a16="http://schemas.microsoft.com/office/drawing/2014/main" val="3499089997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1877879664"/>
                    </a:ext>
                  </a:extLst>
                </a:gridCol>
                <a:gridCol w="2797628">
                  <a:extLst>
                    <a:ext uri="{9D8B030D-6E8A-4147-A177-3AD203B41FA5}">
                      <a16:colId xmlns:a16="http://schemas.microsoft.com/office/drawing/2014/main" val="3937192445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781471824"/>
                    </a:ext>
                  </a:extLst>
                </a:gridCol>
                <a:gridCol w="1555426">
                  <a:extLst>
                    <a:ext uri="{9D8B030D-6E8A-4147-A177-3AD203B41FA5}">
                      <a16:colId xmlns:a16="http://schemas.microsoft.com/office/drawing/2014/main" val="3672386536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Frequency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88613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vm-ste-ap-prd-1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88544170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986934078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 in Azure VM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vm-ste-db-prd-1\MSSQLSERVER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08485551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indg-mdm-db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5023147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37341136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-transport-dev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79580188"/>
                  </a:ext>
                </a:extLst>
              </a:tr>
              <a:tr h="3650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sqldb-testdev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831355227"/>
                  </a:ext>
                </a:extLst>
              </a:tr>
              <a:tr h="54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sqldb-gps_silo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717279948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corperatewebsitedb-prod-001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450878836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corperatewebsitedb-qas</a:t>
                      </a:r>
                      <a:endParaRPr lang="en-US" sz="1400" err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39687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47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49E1-78E9-CFC8-38F9-D73413DC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420E5C-DD00-2AF8-77AA-E9F1E5DAF7C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47261-BB1F-A4AC-EF6F-292EBA28B96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Platform – Service Health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4EC536-4BBE-4D61-EDC1-9B5E73A4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42E11-2C2E-B57A-CAC1-95B608D9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67859"/>
              </p:ext>
            </p:extLst>
          </p:nvPr>
        </p:nvGraphicFramePr>
        <p:xfrm>
          <a:off x="288636" y="681181"/>
          <a:ext cx="11610975" cy="366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306112295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479796862"/>
                    </a:ext>
                  </a:extLst>
                </a:gridCol>
                <a:gridCol w="8010525">
                  <a:extLst>
                    <a:ext uri="{9D8B030D-6E8A-4147-A177-3AD203B41FA5}">
                      <a16:colId xmlns:a16="http://schemas.microsoft.com/office/drawing/2014/main" val="3176824248"/>
                    </a:ext>
                  </a:extLst>
                </a:gridCol>
              </a:tblGrid>
              <a:tr h="51803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 Health: Service issues, Planned maintenance, Health Advisories, Security advisories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08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113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Transporter Portal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0192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1161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Websites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16609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SharePoint Automation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66878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 SLA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25648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indg-platform-connectivity-prod-001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1668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indg-infrastructure-archive-001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8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43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71F9-5AE5-3C85-CB2D-B5BE2570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C322E-7356-DF80-B285-AF2893A09D0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526BB-6E38-2EAD-C276-FA259ADC07A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Utilization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002858-104E-DB79-0C60-9E7D9561B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66E7A-082C-8A45-3F93-FB07DDCD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420354"/>
              </p:ext>
            </p:extLst>
          </p:nvPr>
        </p:nvGraphicFramePr>
        <p:xfrm>
          <a:off x="274819" y="762000"/>
          <a:ext cx="11552420" cy="3555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875">
                  <a:extLst>
                    <a:ext uri="{9D8B030D-6E8A-4147-A177-3AD203B41FA5}">
                      <a16:colId xmlns:a16="http://schemas.microsoft.com/office/drawing/2014/main" val="1662911342"/>
                    </a:ext>
                  </a:extLst>
                </a:gridCol>
                <a:gridCol w="2931477">
                  <a:extLst>
                    <a:ext uri="{9D8B030D-6E8A-4147-A177-3AD203B41FA5}">
                      <a16:colId xmlns:a16="http://schemas.microsoft.com/office/drawing/2014/main" val="122367917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5450592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25947290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937004995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202326619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896576295"/>
                    </a:ext>
                  </a:extLst>
                </a:gridCol>
                <a:gridCol w="1083039">
                  <a:extLst>
                    <a:ext uri="{9D8B030D-6E8A-4147-A177-3AD203B41FA5}">
                      <a16:colId xmlns:a16="http://schemas.microsoft.com/office/drawing/2014/main" val="1688960840"/>
                    </a:ext>
                  </a:extLst>
                </a:gridCol>
              </a:tblGrid>
              <a:tr h="3736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endParaRPr lang="en-US" sz="1400" b="1" i="0" u="none" strike="noStrike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Application Name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 to 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Forecast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Forecast Vs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7928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Smart Silo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455.00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          142.88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365.28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2248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Transporter Portal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345.00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124.02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317.07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91.9%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93683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Safety Passport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1,380.00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473.52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204.00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1,414.6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181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Corporate Websites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680.00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77.04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177.00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370.86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60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SharePoint Automation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29.68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6178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ISO SLA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75.00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29.68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25042"/>
                  </a:ext>
                </a:extLst>
              </a:tr>
              <a:tr h="4176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indg-platform-connectivity-prod-001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1,200.00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463.59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1,184.39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98.6%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120739"/>
                  </a:ext>
                </a:extLst>
              </a:tr>
              <a:tr h="515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208.00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65.00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165.58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3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4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A25F-5786-076F-87B1-E3E7A2E2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F1E8D-A68B-1DCE-B65D-0B47A5EAB301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E63F6-F5BE-7E90-AE61-DE8CE21220A1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Subscription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EF5009-2812-6A04-F3AD-294DCCDB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EB4BD9-A065-2060-3343-91B495B9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242307"/>
              </p:ext>
            </p:extLst>
          </p:nvPr>
        </p:nvGraphicFramePr>
        <p:xfrm>
          <a:off x="277090" y="762000"/>
          <a:ext cx="11481351" cy="22002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9858">
                  <a:extLst>
                    <a:ext uri="{9D8B030D-6E8A-4147-A177-3AD203B41FA5}">
                      <a16:colId xmlns:a16="http://schemas.microsoft.com/office/drawing/2014/main" val="1311597956"/>
                    </a:ext>
                  </a:extLst>
                </a:gridCol>
                <a:gridCol w="2605253">
                  <a:extLst>
                    <a:ext uri="{9D8B030D-6E8A-4147-A177-3AD203B41FA5}">
                      <a16:colId xmlns:a16="http://schemas.microsoft.com/office/drawing/2014/main" val="3799455978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2853504115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425559224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Subscription Name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21-Dec to 27-Dec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28-Dec to 03-Jan</a:t>
                      </a:r>
                      <a:endParaRPr lang="en-US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04-Jan to 10-Jan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6755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indg-app-dev-001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$139.89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$139.85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$140.03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5359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indg-app-prod-001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$366.33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$363.64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$366.56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2306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indg</a:t>
                      </a: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-platform-connectivity-prod- 001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$259.72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$262.67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$268.26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62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$37.39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5570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029A5C-33FC-7299-D8A7-08C951A40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837672"/>
              </p:ext>
            </p:extLst>
          </p:nvPr>
        </p:nvGraphicFramePr>
        <p:xfrm>
          <a:off x="255317" y="3049363"/>
          <a:ext cx="11503124" cy="3482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372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115B-CC46-E039-0DA5-FCC3E7BF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DB112B-7587-9B7C-36EF-46FA72749FEB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9879F-4978-A30E-8AA8-D60964DE2CA9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Applications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3D1A8-CB01-EEA4-E166-618F242A1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53785"/>
              </p:ext>
            </p:extLst>
          </p:nvPr>
        </p:nvGraphicFramePr>
        <p:xfrm>
          <a:off x="346363" y="638297"/>
          <a:ext cx="11421095" cy="25724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3151">
                  <a:extLst>
                    <a:ext uri="{9D8B030D-6E8A-4147-A177-3AD203B41FA5}">
                      <a16:colId xmlns:a16="http://schemas.microsoft.com/office/drawing/2014/main" val="4080841300"/>
                    </a:ext>
                  </a:extLst>
                </a:gridCol>
                <a:gridCol w="3183474">
                  <a:extLst>
                    <a:ext uri="{9D8B030D-6E8A-4147-A177-3AD203B41FA5}">
                      <a16:colId xmlns:a16="http://schemas.microsoft.com/office/drawing/2014/main" val="1692911019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1105344307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3003624387"/>
                    </a:ext>
                  </a:extLst>
                </a:gridCol>
              </a:tblGrid>
              <a:tr h="3523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21-Dec to 27-Dec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28-Dec to 03-Jan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04-Jan to 10-Jan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6637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Smart Silo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7035591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Transporter Portal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$71.72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$71.69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$71.73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17281521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Safety Passport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$272.94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$273.06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$273.33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16308894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effectLst/>
                        </a:rPr>
                        <a:t>Corporate Websites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$45.69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$43.21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$45.86</a:t>
                      </a:r>
                      <a:endParaRPr lang="en-US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9670708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SharePoint Automation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130975822"/>
                  </a:ext>
                </a:extLst>
              </a:tr>
              <a:tr h="3530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ISO SLA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270067230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6B5062B-CAC4-2611-A03D-022141ECB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8761428"/>
              </p:ext>
            </p:extLst>
          </p:nvPr>
        </p:nvGraphicFramePr>
        <p:xfrm>
          <a:off x="346363" y="3250138"/>
          <a:ext cx="11421095" cy="3215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395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5FAC-6B00-C123-8741-3F52701C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CEDEF-B9E4-36C6-72AC-8A9E23B92B3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BF95-406F-3FEC-1136-424149C3D45E}"/>
              </a:ext>
            </a:extLst>
          </p:cNvPr>
          <p:cNvSpPr txBox="1"/>
          <p:nvPr/>
        </p:nvSpPr>
        <p:spPr>
          <a:xfrm>
            <a:off x="146608" y="47240"/>
            <a:ext cx="879839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  <a:ea typeface="Calibri"/>
                <a:cs typeface="Calibri"/>
              </a:rPr>
              <a:t>Security</a:t>
            </a:r>
            <a:endParaRPr lang="en-GB" sz="240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8B8869-8B11-1116-D63A-25B4B58C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1A4DEC-8993-84EB-9CF5-AB3F44642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191473"/>
              </p:ext>
            </p:extLst>
          </p:nvPr>
        </p:nvGraphicFramePr>
        <p:xfrm>
          <a:off x="265043" y="706782"/>
          <a:ext cx="11581691" cy="95811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657895">
                  <a:extLst>
                    <a:ext uri="{9D8B030D-6E8A-4147-A177-3AD203B41FA5}">
                      <a16:colId xmlns:a16="http://schemas.microsoft.com/office/drawing/2014/main" val="1607405184"/>
                    </a:ext>
                  </a:extLst>
                </a:gridCol>
                <a:gridCol w="1768092">
                  <a:extLst>
                    <a:ext uri="{9D8B030D-6E8A-4147-A177-3AD203B41FA5}">
                      <a16:colId xmlns:a16="http://schemas.microsoft.com/office/drawing/2014/main" val="4239086439"/>
                    </a:ext>
                  </a:extLst>
                </a:gridCol>
                <a:gridCol w="3179825">
                  <a:extLst>
                    <a:ext uri="{9D8B030D-6E8A-4147-A177-3AD203B41FA5}">
                      <a16:colId xmlns:a16="http://schemas.microsoft.com/office/drawing/2014/main" val="3040088656"/>
                    </a:ext>
                  </a:extLst>
                </a:gridCol>
                <a:gridCol w="2371163">
                  <a:extLst>
                    <a:ext uri="{9D8B030D-6E8A-4147-A177-3AD203B41FA5}">
                      <a16:colId xmlns:a16="http://schemas.microsoft.com/office/drawing/2014/main" val="778822092"/>
                    </a:ext>
                  </a:extLst>
                </a:gridCol>
                <a:gridCol w="2549343">
                  <a:extLst>
                    <a:ext uri="{9D8B030D-6E8A-4147-A177-3AD203B41FA5}">
                      <a16:colId xmlns:a16="http://schemas.microsoft.com/office/drawing/2014/main" val="2305829558"/>
                    </a:ext>
                  </a:extLst>
                </a:gridCol>
                <a:gridCol w="1055373">
                  <a:extLst>
                    <a:ext uri="{9D8B030D-6E8A-4147-A177-3AD203B41FA5}">
                      <a16:colId xmlns:a16="http://schemas.microsoft.com/office/drawing/2014/main" val="887090172"/>
                    </a:ext>
                  </a:extLst>
                </a:gridCol>
              </a:tblGrid>
              <a:tr h="369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 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Date of </a:t>
                      </a:r>
                      <a:r>
                        <a:rPr lang="en-US" sz="1400" b="1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Occurance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Alert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Target Application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Email Confirmation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30008"/>
                  </a:ext>
                </a:extLst>
              </a:tr>
              <a:tr h="588324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No security alerts for this week.</a:t>
                      </a:r>
                    </a:p>
                  </a:txBody>
                  <a:tcPr marL="9525" marR="9525" marT="95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23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3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51D4-07B3-B043-5A3C-F18436EC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F612-8C45-C67A-6635-995C286FD5C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F7C3C-6F8C-2806-E0C5-998B0AC92D02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Defender Recommendations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414EE5-B81D-ACE3-D6D2-EE0D119E2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65F65-E0E9-C97B-282D-C917885E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359159-654D-9DA2-057E-A2C3C86C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24942"/>
              </p:ext>
            </p:extLst>
          </p:nvPr>
        </p:nvGraphicFramePr>
        <p:xfrm>
          <a:off x="209826" y="662608"/>
          <a:ext cx="11661766" cy="4353813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88253">
                  <a:extLst>
                    <a:ext uri="{9D8B030D-6E8A-4147-A177-3AD203B41FA5}">
                      <a16:colId xmlns:a16="http://schemas.microsoft.com/office/drawing/2014/main" val="153649894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1373162227"/>
                    </a:ext>
                  </a:extLst>
                </a:gridCol>
                <a:gridCol w="8863697">
                  <a:extLst>
                    <a:ext uri="{9D8B030D-6E8A-4147-A177-3AD203B41FA5}">
                      <a16:colId xmlns:a16="http://schemas.microsoft.com/office/drawing/2014/main" val="2872279997"/>
                    </a:ext>
                  </a:extLst>
                </a:gridCol>
                <a:gridCol w="1502319">
                  <a:extLst>
                    <a:ext uri="{9D8B030D-6E8A-4147-A177-3AD203B41FA5}">
                      <a16:colId xmlns:a16="http://schemas.microsoft.com/office/drawing/2014/main" val="3820704097"/>
                    </a:ext>
                  </a:extLst>
                </a:gridCol>
              </a:tblGrid>
              <a:tr h="357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S.No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Severity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Vulnerabilities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459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Azure SQL Database should have Azure Active Directory Only Authentication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DB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5185520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servers should have an Azure Active Directory administrator provisioned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915563775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Storage accounts should prevent shared key access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Storage Account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6457679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Function App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727356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TLS should be updated to the latest version for web apps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8515716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Web Application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0221330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Auditing on SQL server should be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77983834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EDR configuration issues should be resolved on virtual machines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64804486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Machines should be configured securely (powered by MDVM)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61624892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System updates should be installed on your machines (powered by Azure Update Manager)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774742323"/>
                  </a:ext>
                </a:extLst>
              </a:tr>
              <a:tr h="4258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VPN gateways should use only Azure Active Directory (Azure AD) authentication for point-to-site users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VPN Gateways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81031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6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6BF2-B2B7-2935-3456-2F0811E8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21227-4D12-4010-8F3F-BA6FBD6E797D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E8E9E-6A71-C411-9D63-991817C57C4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VA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FC9097-7EE9-629E-E7CB-10312337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35004-AA69-71ED-DA25-DC5C0109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D23F3-DF95-7EEA-CC2D-DA3421F288CE}"/>
              </a:ext>
            </a:extLst>
          </p:cNvPr>
          <p:cNvSpPr txBox="1"/>
          <p:nvPr/>
        </p:nvSpPr>
        <p:spPr>
          <a:xfrm>
            <a:off x="2157214" y="4839867"/>
            <a:ext cx="777578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No Vulnerabilities identified for any Coforge Managed Applications resources.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9967B-AB59-EBD7-E90F-1521C3D5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67626"/>
            <a:ext cx="11370469" cy="38249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179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F39A-17BB-B763-8ACE-5428D3FE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A1E2E-97A7-1A70-0A21-703F6D90F77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53156-A0A9-8452-D390-EE6699E34CF5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Ideas, Innovation and CSIPs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E3357D-F648-A3B1-C9FC-04CB824C0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99515"/>
              </p:ext>
            </p:extLst>
          </p:nvPr>
        </p:nvGraphicFramePr>
        <p:xfrm>
          <a:off x="187602" y="658602"/>
          <a:ext cx="11710480" cy="2770398"/>
        </p:xfrm>
        <a:graphic>
          <a:graphicData uri="http://schemas.openxmlformats.org/drawingml/2006/table">
            <a:tbl>
              <a:tblPr firstRow="1" bandRow="1"/>
              <a:tblGrid>
                <a:gridCol w="380980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768677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2306821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729656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892275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2616675">
                  <a:extLst>
                    <a:ext uri="{9D8B030D-6E8A-4147-A177-3AD203B41FA5}">
                      <a16:colId xmlns:a16="http://schemas.microsoft.com/office/drawing/2014/main" val="3906375660"/>
                    </a:ext>
                  </a:extLst>
                </a:gridCol>
                <a:gridCol w="1130018">
                  <a:extLst>
                    <a:ext uri="{9D8B030D-6E8A-4147-A177-3AD203B41FA5}">
                      <a16:colId xmlns:a16="http://schemas.microsoft.com/office/drawing/2014/main" val="2309644495"/>
                    </a:ext>
                  </a:extLst>
                </a:gridCol>
                <a:gridCol w="1034758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4183397676"/>
                    </a:ext>
                  </a:extLst>
                </a:gridCol>
              </a:tblGrid>
              <a:tr h="686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S.No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Priority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Status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Benefits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Proposed By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Owner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Start Month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Target End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099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388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Tagging of all Azure Resources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Prevention from Scope Slippage.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Kn. Piyadol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099">
                      <a:solidFill>
                        <a:srgbClr val="FFFFFF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  <a:tr h="70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Creation of Single Architecture Diagram for all Coforge Managed Resources.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Clearer understanding of Application and Network.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Sept'25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7128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Requirement for Azure Firewall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Operational Benefit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Aug'25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375774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CSIP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Migration of D series VM to E series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Cost Optimization and future unplanned downtime prevention.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July'25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45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32EB-D102-62E2-C8B3-8DB9FE0F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153603"/>
            <a:ext cx="11580283" cy="49953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  <a:ea typeface="+mn-ea"/>
                <a:cs typeface="+mn-cs"/>
              </a:rPr>
              <a:t>Operational Summary and Points-to-be discussed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F771-A5BF-364C-D7A6-864C3DB3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17" y="859971"/>
            <a:ext cx="11580283" cy="5410200"/>
          </a:xfrm>
          <a:ln>
            <a:solidFill>
              <a:schemeClr val="tx1"/>
            </a:solidFill>
          </a:ln>
        </p:spPr>
        <p:txBody>
          <a:bodyPr/>
          <a:lstStyle/>
          <a:p>
            <a:pPr marL="389255" lvl="1" indent="0">
              <a:buNone/>
            </a:pPr>
            <a:endParaRPr lang="en-US" sz="1600">
              <a:solidFill>
                <a:srgbClr val="000000"/>
              </a:solidFill>
              <a:latin typeface="Aptos Narrow"/>
            </a:endParaRP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Architecture Diagram</a:t>
            </a:r>
          </a:p>
          <a:p>
            <a:pPr marL="761365" lvl="1" indent="-372110"/>
            <a:r>
              <a:rPr lang="en-US" sz="1600">
                <a:solidFill>
                  <a:srgbClr val="000000"/>
                </a:solidFill>
                <a:latin typeface="Aptos Narrow"/>
              </a:rPr>
              <a:t>Shubham has completed the architecture diagram of Smart Silo Application along with its network connectivity.</a:t>
            </a:r>
            <a:endParaRPr lang="en-US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Shubham has completed the architecture diagram of Transporter Portal Application.</a:t>
            </a: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Application Team will provide small KT session on Corporate Website Application to Azure Team as it is recently onboarded application.</a:t>
            </a: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Azure Recommendations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The application team has raised a concern regarding the TLS upgrade. They have indicated that certain sensors currently in use only support older TLS 1.1, which may lead to compatibility issues after the upgrade.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Application team has requested enabling TLS 1.1 for </a:t>
            </a:r>
            <a:r>
              <a:rPr lang="en-US" sz="1600" err="1">
                <a:solidFill>
                  <a:srgbClr val="000000"/>
                </a:solidFill>
                <a:latin typeface="Aptos Narrow"/>
              </a:rPr>
              <a:t>SCCCLogisticQAS</a:t>
            </a:r>
            <a:r>
              <a:rPr lang="en-US" sz="1600">
                <a:solidFill>
                  <a:srgbClr val="000000"/>
                </a:solidFill>
                <a:latin typeface="Aptos Narrow"/>
              </a:rPr>
              <a:t> app service.</a:t>
            </a:r>
          </a:p>
          <a:p>
            <a:pPr marL="760730" lvl="1" indent="-386715"/>
            <a:r>
              <a:rPr lang="en-US" sz="1600">
                <a:latin typeface="Aptos Narrow"/>
                <a:cs typeface="Arial"/>
              </a:rPr>
              <a:t>As requested by Application Team, Cloud-IMS team have enabled minimum TLS v1.1 for </a:t>
            </a:r>
            <a:r>
              <a:rPr lang="en-US" sz="1600" err="1">
                <a:latin typeface="Aptos Narrow"/>
                <a:cs typeface="Arial"/>
              </a:rPr>
              <a:t>SCCCLogisticQAS</a:t>
            </a:r>
            <a:r>
              <a:rPr lang="en-US" sz="1600">
                <a:latin typeface="Aptos Narrow"/>
                <a:cs typeface="Arial"/>
              </a:rPr>
              <a:t> app service.</a:t>
            </a:r>
          </a:p>
          <a:p>
            <a:pPr marL="0" indent="0">
              <a:buNone/>
            </a:pPr>
            <a:endParaRPr lang="en-US" sz="1800" b="1" u="sng">
              <a:latin typeface="Aptos Narrow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3FBE7-22F6-F7CE-3F31-D92DB3F2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228666-3C56-4E2A-BB13-C98D022F6BF6}" type="datetime1">
              <a:rPr lang="en-GB" smtClean="0"/>
              <a:pPr>
                <a:defRPr/>
              </a:pPr>
              <a:t>13/01/2026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86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764E-79D0-EB0A-DBF8-2A8812F2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931CA-CC05-F745-F226-0724DFA949E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DB39F-3B93-D855-621A-E9D336BBFA8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Planned Downtime &amp; Patching Activity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92E7-BC4C-8598-B223-8AC5B5FD2725}"/>
              </a:ext>
            </a:extLst>
          </p:cNvPr>
          <p:cNvSpPr txBox="1"/>
          <p:nvPr/>
        </p:nvSpPr>
        <p:spPr>
          <a:xfrm>
            <a:off x="286982" y="6192652"/>
            <a:ext cx="69220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Note:</a:t>
            </a:r>
            <a:r>
              <a:rPr lang="en-US" sz="1600"/>
              <a:t> - </a:t>
            </a:r>
            <a:r>
              <a:rPr lang="en-US" sz="1400"/>
              <a:t>Monthly Patching for Virtual Machines are planned on 1</a:t>
            </a:r>
            <a:r>
              <a:rPr lang="en-US" sz="1400" baseline="30000"/>
              <a:t>st</a:t>
            </a:r>
            <a:r>
              <a:rPr lang="en-US" sz="1400"/>
              <a:t> Friday of every month.</a:t>
            </a:r>
            <a:endParaRPr lang="en-US" sz="1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D84158-5DEC-E301-ADE3-D98CB1439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97046"/>
              </p:ext>
            </p:extLst>
          </p:nvPr>
        </p:nvGraphicFramePr>
        <p:xfrm>
          <a:off x="280707" y="711573"/>
          <a:ext cx="11563350" cy="838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409713178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58724451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61964957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4112111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2919525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31283667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19022218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No.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Downtime Description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Location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System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Date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Duration (VN </a:t>
                      </a:r>
                      <a:r>
                        <a:rPr lang="en-US" sz="1200" err="1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timezone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Remarks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99526"/>
                  </a:ext>
                </a:extLst>
              </a:tr>
              <a:tr h="419100">
                <a:tc gridSpan="7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 planned Downtime for coming week.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9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9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53C0-232D-DB20-2495-79ADC262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C4C32-04CC-62F7-2964-E1C67B53978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9CE3C-EC0E-B62D-B181-F843D719CE2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Unplanned Downtime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(past Week)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6A47F7-DFB3-832B-6BFD-B345735A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17735"/>
              </p:ext>
            </p:extLst>
          </p:nvPr>
        </p:nvGraphicFramePr>
        <p:xfrm>
          <a:off x="233545" y="691261"/>
          <a:ext cx="11558651" cy="789196"/>
        </p:xfrm>
        <a:graphic>
          <a:graphicData uri="http://schemas.openxmlformats.org/drawingml/2006/table">
            <a:tbl>
              <a:tblPr firstRow="1" bandRow="1"/>
              <a:tblGrid>
                <a:gridCol w="561112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2001552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2979499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755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200" b="1" i="0" u="none" strike="noStrik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Downtime Description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Location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System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Duration (hrs.)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413657">
                <a:tc grid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Arial"/>
                          <a:cs typeface="Arial"/>
                        </a:rPr>
                        <a:t>No Unplanned Downtime for past week.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08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8AE-532A-BAE1-3AC3-750DAE85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64DC3-2947-98A8-D603-F306BEC3D369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72C98-B637-6808-CFB3-11DB38CB3F2F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B373B-E36C-152E-1C26-B2A5D52A2E9C}"/>
              </a:ext>
            </a:extLst>
          </p:cNvPr>
          <p:cNvSpPr txBox="1"/>
          <p:nvPr/>
        </p:nvSpPr>
        <p:spPr>
          <a:xfrm>
            <a:off x="9878501" y="614453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422C0-D30A-0459-F928-963FF9735DB1}"/>
              </a:ext>
            </a:extLst>
          </p:cNvPr>
          <p:cNvSpPr txBox="1"/>
          <p:nvPr/>
        </p:nvSpPr>
        <p:spPr>
          <a:xfrm>
            <a:off x="181244" y="29395"/>
            <a:ext cx="740527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/>
              </a:rPr>
              <a:t>OMEGA SNOW Dashboard</a:t>
            </a:r>
            <a:endParaRPr lang="en-US" sz="2400">
              <a:latin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12864-8FA1-89B9-6142-D7504358D7DC}"/>
              </a:ext>
            </a:extLst>
          </p:cNvPr>
          <p:cNvSpPr txBox="1"/>
          <p:nvPr/>
        </p:nvSpPr>
        <p:spPr>
          <a:xfrm>
            <a:off x="9394209" y="995149"/>
            <a:ext cx="241110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>
                <a:cs typeface="Arial"/>
              </a:rPr>
              <a:t>We have one request, </a:t>
            </a:r>
            <a:r>
              <a:rPr lang="en-US" sz="1400" b="1">
                <a:ea typeface="+mn-lt"/>
                <a:cs typeface="+mn-lt"/>
              </a:rPr>
              <a:t>RITM0235610, </a:t>
            </a:r>
            <a:r>
              <a:rPr lang="en-US" sz="1400">
                <a:ea typeface="+mn-lt"/>
                <a:cs typeface="+mn-lt"/>
              </a:rPr>
              <a:t>for SSL renewal. The current certificate is set to expire on 28th Feb'26.</a:t>
            </a:r>
            <a:endParaRPr lang="en-US" sz="1400">
              <a:cs typeface="Arial"/>
            </a:endParaRPr>
          </a:p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A3596-B862-8384-BED7-3DD2C509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10" y="701523"/>
            <a:ext cx="8911331" cy="582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74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E46E-0CC4-3F3B-0520-5325257C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1E908-0D5E-C73D-3162-1D8DB77889DD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2C8CF-082E-7E6A-27B1-1C808D4F0DF4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1C3A4-60BB-D996-0D62-2AAD03CD9C20}"/>
              </a:ext>
            </a:extLst>
          </p:cNvPr>
          <p:cNvSpPr txBox="1"/>
          <p:nvPr/>
        </p:nvSpPr>
        <p:spPr>
          <a:xfrm>
            <a:off x="9964973" y="590014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25C38-469C-443B-C225-F02934640B82}"/>
              </a:ext>
            </a:extLst>
          </p:cNvPr>
          <p:cNvSpPr txBox="1"/>
          <p:nvPr/>
        </p:nvSpPr>
        <p:spPr>
          <a:xfrm>
            <a:off x="146608" y="128349"/>
            <a:ext cx="323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 Ageing</a:t>
            </a:r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2D08E3-641B-BBBC-A7D8-5F652F4A6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48" y="641048"/>
            <a:ext cx="8796864" cy="590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17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BE6B-C2D4-8DE2-21F0-C397150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B6DF6-0185-8694-3F86-383101E77AE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12916-F49F-B73D-DE25-1C8E7F3E7EE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RITM Ageing &gt;5 Days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111FA-DEB8-C330-6DDB-8A508D059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707708"/>
              </p:ext>
            </p:extLst>
          </p:nvPr>
        </p:nvGraphicFramePr>
        <p:xfrm>
          <a:off x="258611" y="682587"/>
          <a:ext cx="11553825" cy="13655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153294828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283512297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370796358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351033543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210105415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54416949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196287997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31059994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RITM No.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Description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Created On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State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 Completion Date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%SLA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#Day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76864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noProof="0" dirty="0">
                          <a:effectLst/>
                        </a:rPr>
                        <a:t>RITM0235610</a:t>
                      </a:r>
                      <a:endParaRPr lang="en-US" b="1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ptos"/>
                        </a:rPr>
                        <a:t>SSL certificate renewal for*</a:t>
                      </a:r>
                      <a:r>
                        <a:rPr lang="en-US" sz="1200" b="0" i="0" u="none" strike="noStrike" noProof="0" dirty="0">
                          <a:effectLst/>
                        </a:rPr>
                        <a:t>OTM-Azure SSO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ptos"/>
                        </a:rPr>
                        <a:t>30-Dec-25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ptos"/>
                        </a:rPr>
                        <a:t>Solution Accepted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ptos"/>
                        </a:rPr>
                        <a:t>28-Feb-26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ptos Narrow"/>
                        </a:rPr>
                        <a:t>8.3</a:t>
                      </a:r>
                      <a:endParaRPr lang="en-US" dirty="0">
                        <a:effectLst/>
                        <a:latin typeface="Aptos Narrow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ptos Narrow"/>
                        </a:rPr>
                        <a:t>9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111111"/>
                          </a:solidFill>
                          <a:effectLst/>
                        </a:rPr>
                        <a:t>A Service Catalog Task (SCTASK0153375) has been assigned to network team for generating the required SSL certificate. 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effectLst/>
                          <a:latin typeface="Arial"/>
                        </a:rPr>
                        <a:t>.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55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68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726D-B9E9-8D1F-4828-5E47E1FF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E4653-551F-884F-D3A3-6A0F69E4A680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79926-35CC-E0E5-49A3-875F8CB85DDD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CF88A-969F-4D63-506B-1B24C6DA5E0A}"/>
              </a:ext>
            </a:extLst>
          </p:cNvPr>
          <p:cNvSpPr txBox="1"/>
          <p:nvPr/>
        </p:nvSpPr>
        <p:spPr>
          <a:xfrm>
            <a:off x="9954087" y="666216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55777-ED8B-0325-E170-239AAB4345D2}"/>
              </a:ext>
            </a:extLst>
          </p:cNvPr>
          <p:cNvSpPr txBox="1"/>
          <p:nvPr/>
        </p:nvSpPr>
        <p:spPr>
          <a:xfrm>
            <a:off x="146608" y="63228"/>
            <a:ext cx="8380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RITMs with Solution Accepted &amp; Target Date</a:t>
            </a:r>
            <a:endParaRPr lang="en-US" sz="2400"/>
          </a:p>
          <a:p>
            <a:endParaRPr lang="en-US" sz="2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23C0C2-0908-1A35-AB93-F8632CFB6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5" y="689430"/>
            <a:ext cx="8735423" cy="589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3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E28D-3EF0-5DC1-CE8B-6BDA0E5B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DD006-8FC6-0A3F-CB47-84421CCAD319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7D64-FFC0-9C1E-9A81-CA8626E36EA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Major Planned Activities​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95705-B9C3-EA83-C359-7F8F329E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30D08B-2D9F-9494-19E3-955A10119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0745"/>
              </p:ext>
            </p:extLst>
          </p:nvPr>
        </p:nvGraphicFramePr>
        <p:xfrm>
          <a:off x="233545" y="692881"/>
          <a:ext cx="11600647" cy="1162583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469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266121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2891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INC/RITM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CHG Number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PIC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Time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92378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28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F875-7E3F-28EA-297B-273F77C4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AA8DC-5CAB-616C-B981-D8C17A4C72C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4F154-8AA7-351D-024C-F6AEF94C3523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Open Problem Ticket &amp;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E1B73-528E-D325-A440-D692BD05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1809E-8455-D215-6B67-6054E71DA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32432"/>
              </p:ext>
            </p:extLst>
          </p:nvPr>
        </p:nvGraphicFramePr>
        <p:xfrm>
          <a:off x="233545" y="692882"/>
          <a:ext cx="11600649" cy="1205655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081130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67694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28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Problem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74490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251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8B15-A343-66DA-8999-6A7BB13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87D43-2EA5-6B7E-11B9-B5E5B6740EC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7F9DD-7FFF-BE29-4AD2-6FD5283D7A18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Leave Plan for Next Week &amp; Team Structure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B7D0C-0A64-FAAE-0704-90196709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639DD-AB55-99B9-3DAB-9C1EE93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66380-E90D-2BFA-6893-8E0ED9971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376848"/>
              </p:ext>
            </p:extLst>
          </p:nvPr>
        </p:nvGraphicFramePr>
        <p:xfrm>
          <a:off x="188300" y="1246089"/>
          <a:ext cx="11724893" cy="38876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051">
                  <a:extLst>
                    <a:ext uri="{9D8B030D-6E8A-4147-A177-3AD203B41FA5}">
                      <a16:colId xmlns:a16="http://schemas.microsoft.com/office/drawing/2014/main" val="152014949"/>
                    </a:ext>
                  </a:extLst>
                </a:gridCol>
                <a:gridCol w="1468803">
                  <a:extLst>
                    <a:ext uri="{9D8B030D-6E8A-4147-A177-3AD203B41FA5}">
                      <a16:colId xmlns:a16="http://schemas.microsoft.com/office/drawing/2014/main" val="3707090380"/>
                    </a:ext>
                  </a:extLst>
                </a:gridCol>
                <a:gridCol w="666937">
                  <a:extLst>
                    <a:ext uri="{9D8B030D-6E8A-4147-A177-3AD203B41FA5}">
                      <a16:colId xmlns:a16="http://schemas.microsoft.com/office/drawing/2014/main" val="3839593139"/>
                    </a:ext>
                  </a:extLst>
                </a:gridCol>
                <a:gridCol w="590508">
                  <a:extLst>
                    <a:ext uri="{9D8B030D-6E8A-4147-A177-3AD203B41FA5}">
                      <a16:colId xmlns:a16="http://schemas.microsoft.com/office/drawing/2014/main" val="3511174746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66753222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45351389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825348368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806330605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553659181"/>
                    </a:ext>
                  </a:extLst>
                </a:gridCol>
                <a:gridCol w="699447">
                  <a:extLst>
                    <a:ext uri="{9D8B030D-6E8A-4147-A177-3AD203B41FA5}">
                      <a16:colId xmlns:a16="http://schemas.microsoft.com/office/drawing/2014/main" val="4136771653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42945914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6529806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27264185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74212675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557741227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37989729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864311534"/>
                    </a:ext>
                  </a:extLst>
                </a:gridCol>
              </a:tblGrid>
              <a:tr h="308815"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143201"/>
                  </a:ext>
                </a:extLst>
              </a:tr>
              <a:tr h="463224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12-Jan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13-Jan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14-Jan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25-Jan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56132"/>
                  </a:ext>
                </a:extLst>
              </a:tr>
              <a:tr h="4702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Sn.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59002"/>
                  </a:ext>
                </a:extLst>
              </a:tr>
              <a:tr h="7229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Shubham Sharma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(Domain Owner)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09741"/>
                  </a:ext>
                </a:extLst>
              </a:tr>
              <a:tr h="573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Saroj Kumar Gupta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404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Janvi Sah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6460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Ashutosh Padhi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3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54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5637-7DBD-FF67-97F2-D870B979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20A26-6365-9DEF-E707-141AF0E8C03A}"/>
              </a:ext>
            </a:extLst>
          </p:cNvPr>
          <p:cNvSpPr/>
          <p:nvPr/>
        </p:nvSpPr>
        <p:spPr>
          <a:xfrm rot="5400000">
            <a:off x="2796360" y="-2571524"/>
            <a:ext cx="6550442" cy="11849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Wooden blocks with letters on them&#10;&#10;AI-generated content may be incorrect.">
            <a:extLst>
              <a:ext uri="{FF2B5EF4-FFF2-40B4-BE49-F238E27FC236}">
                <a16:creationId xmlns:a16="http://schemas.microsoft.com/office/drawing/2014/main" id="{60DB7E11-E028-FD70-7B43-88E6829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1" y="85596"/>
            <a:ext cx="11847015" cy="653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4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3.xml><?xml version="1.0" encoding="utf-8"?>
<a:theme xmlns:a="http://schemas.openxmlformats.org/drawingml/2006/main" name="1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4.xml><?xml version="1.0" encoding="utf-8"?>
<a:theme xmlns:a="http://schemas.openxmlformats.org/drawingml/2006/main" name="2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6bc558e4-5a60-474c-a646-3464ac7a0862" ContentTypeId="0x0101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b16417-066c-4076-9162-8c3be73b755b">
      <Terms xmlns="http://schemas.microsoft.com/office/infopath/2007/PartnerControls"/>
    </lcf76f155ced4ddcb4097134ff3c332f>
    <TaxCatchAll xmlns="6b25960a-2142-4b42-8fba-d8be95a555a9" xsi:nil="true"/>
    <ReviewComment xmlns="b3b16417-066c-4076-9162-8c3be73b755b" xsi:nil="true"/>
    <PotentialtouseintheFuture xmlns="b3b16417-066c-4076-9162-8c3be73b755b" xsi:nil="true"/>
    <FutureRef_x002e_ xmlns="b3b16417-066c-4076-9162-8c3be73b755b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A8E74629E404C83EC33C86159F1D2" ma:contentTypeVersion="24" ma:contentTypeDescription="Create a new document." ma:contentTypeScope="" ma:versionID="e44ef9026ee39a4be6fc48187d69d451">
  <xsd:schema xmlns:xsd="http://www.w3.org/2001/XMLSchema" xmlns:xs="http://www.w3.org/2001/XMLSchema" xmlns:p="http://schemas.microsoft.com/office/2006/metadata/properties" xmlns:ns2="b3b16417-066c-4076-9162-8c3be73b755b" xmlns:ns3="6b25960a-2142-4b42-8fba-d8be95a555a9" targetNamespace="http://schemas.microsoft.com/office/2006/metadata/properties" ma:root="true" ma:fieldsID="0d8f4a99d60ed999fd1c5debd8f169fc" ns2:_="" ns3:_="">
    <xsd:import namespace="b3b16417-066c-4076-9162-8c3be73b755b"/>
    <xsd:import namespace="6b25960a-2142-4b42-8fba-d8be95a555a9"/>
    <xsd:element name="properties">
      <xsd:complexType>
        <xsd:sequence>
          <xsd:element name="documentManagement">
            <xsd:complexType>
              <xsd:all>
                <xsd:element ref="ns2:ReviewComment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PotentialtouseintheFuture" minOccurs="0"/>
                <xsd:element ref="ns2:FutureRef_x002e_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b16417-066c-4076-9162-8c3be73b755b" elementFormDefault="qualified">
    <xsd:import namespace="http://schemas.microsoft.com/office/2006/documentManagement/types"/>
    <xsd:import namespace="http://schemas.microsoft.com/office/infopath/2007/PartnerControls"/>
    <xsd:element name="ReviewComment" ma:index="3" nillable="true" ma:displayName="Current Takeaway" ma:format="Dropdown" ma:internalName="ReviewComment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bc558e4-5a60-474c-a646-3464ac7a0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description="" ma:hidden="true" ma:indexed="true" ma:internalName="MediaServiceLocation" ma:readOnly="true">
      <xsd:simpleType>
        <xsd:restriction base="dms:Text"/>
      </xsd:simpleType>
    </xsd:element>
    <xsd:element name="PotentialtouseintheFuture" ma:index="26" nillable="true" ma:displayName="Potential to use in the Future" ma:format="Dropdown" ma:internalName="PotentialtouseintheFuture">
      <xsd:simpleType>
        <xsd:restriction base="dms:Text">
          <xsd:maxLength value="255"/>
        </xsd:restriction>
      </xsd:simpleType>
    </xsd:element>
    <xsd:element name="FutureRef_x002e_" ma:index="27" nillable="true" ma:displayName="Future Ref." ma:format="Dropdown" ma:internalName="FutureRef_x002e_">
      <xsd:simpleType>
        <xsd:restriction base="dms:Note">
          <xsd:maxLength value="255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5960a-2142-4b42-8fba-d8be95a555a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29c6a820-6340-4101-bd57-13b09864b7c2}" ma:internalName="TaxCatchAll" ma:readOnly="false" ma:showField="CatchAllData" ma:web="6b25960a-2142-4b42-8fba-d8be95a555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95FE02-F1D9-4D5C-8E2C-E6CEE29804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1A8B10C-983C-4CE7-800E-2C9482539367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2BBDBB32-552D-4BA4-9A81-F6C25E369FA8}">
  <ds:schemaRefs>
    <ds:schemaRef ds:uri="6b25960a-2142-4b42-8fba-d8be95a555a9"/>
    <ds:schemaRef ds:uri="b3b16417-066c-4076-9162-8c3be73b75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037BDF25-1CF8-4EF5-AEAE-B377E6333F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b16417-066c-4076-9162-8c3be73b755b"/>
    <ds:schemaRef ds:uri="6b25960a-2142-4b42-8fba-d8be95a555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727a530-a0d5-4fb8-bd40-d8f9763e97db}" enabled="0" method="" siteId="{b727a530-a0d5-4fb8-bd40-d8f9763e97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1496</Words>
  <Application>Microsoft Office PowerPoint</Application>
  <PresentationFormat>Widescreen</PresentationFormat>
  <Paragraphs>628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Anek Latin</vt:lpstr>
      <vt:lpstr>Aptos</vt:lpstr>
      <vt:lpstr>Aptos Display</vt:lpstr>
      <vt:lpstr>Aptos Narrow</vt:lpstr>
      <vt:lpstr>Arial</vt:lpstr>
      <vt:lpstr>Calibri</vt:lpstr>
      <vt:lpstr>Montserrat ExtraBold</vt:lpstr>
      <vt:lpstr>Times</vt:lpstr>
      <vt:lpstr>Webdings</vt:lpstr>
      <vt:lpstr>Wingdings</vt:lpstr>
      <vt:lpstr>Office Theme</vt:lpstr>
      <vt:lpstr>SCCC_PPT</vt:lpstr>
      <vt:lpstr>1_SCCC_PPT</vt:lpstr>
      <vt:lpstr>2_SCCC_PPT</vt:lpstr>
      <vt:lpstr>OMEGA Module Weekly Meeting – Azure Cloud (PaaS/SaaS)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Summary and Points-to-be discussed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Module Weekly Meeting – Azure Cloud (PaaS/SaaS)</dc:title>
  <dc:creator>Ankit Singh - I</dc:creator>
  <cp:lastModifiedBy>Ashutosh Padhi</cp:lastModifiedBy>
  <cp:revision>120</cp:revision>
  <dcterms:created xsi:type="dcterms:W3CDTF">2025-05-23T08:09:37Z</dcterms:created>
  <dcterms:modified xsi:type="dcterms:W3CDTF">2026-01-13T15:56:40Z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0x010100513A8E74629E404C83EC33C86159F1D2</vt:lpwstr>
  </property>
  <property fmtid="{D5CDD505-2E9C-101B-9397-08002B2CF9AE}" pid="3" name="MediaServiceImageTags">
    <vt:lpwstr/>
  </property>
</Properties>
</file>