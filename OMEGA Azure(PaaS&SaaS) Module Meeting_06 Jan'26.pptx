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60" r:id="rId6"/>
    <p:sldMasterId id="2147483675" r:id="rId7"/>
    <p:sldMasterId id="2147483692" r:id="rId8"/>
  </p:sldMasterIdLst>
  <p:notesMasterIdLst>
    <p:notesMasterId r:id="rId32"/>
  </p:notesMasterIdLst>
  <p:sldIdLst>
    <p:sldId id="261" r:id="rId9"/>
    <p:sldId id="5282" r:id="rId10"/>
    <p:sldId id="6213" r:id="rId11"/>
    <p:sldId id="6232" r:id="rId12"/>
    <p:sldId id="6226" r:id="rId13"/>
    <p:sldId id="6222" r:id="rId14"/>
    <p:sldId id="6229" r:id="rId15"/>
    <p:sldId id="6218" r:id="rId16"/>
    <p:sldId id="6223" r:id="rId17"/>
    <p:sldId id="6230" r:id="rId18"/>
    <p:sldId id="5297" r:id="rId19"/>
    <p:sldId id="6215" r:id="rId20"/>
    <p:sldId id="6228" r:id="rId21"/>
    <p:sldId id="6224" r:id="rId22"/>
    <p:sldId id="5288" r:id="rId23"/>
    <p:sldId id="260" r:id="rId24"/>
    <p:sldId id="5285" r:id="rId25"/>
    <p:sldId id="5290" r:id="rId26"/>
    <p:sldId id="5291" r:id="rId27"/>
    <p:sldId id="5292" r:id="rId28"/>
    <p:sldId id="5293" r:id="rId29"/>
    <p:sldId id="6211" r:id="rId30"/>
    <p:sldId id="623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441C5F-8881-473A-B843-E66261B5CA0B}">
          <p14:sldIdLst>
            <p14:sldId id="261"/>
            <p14:sldId id="5282"/>
            <p14:sldId id="6213"/>
            <p14:sldId id="6232"/>
            <p14:sldId id="6226"/>
            <p14:sldId id="6222"/>
            <p14:sldId id="6229"/>
            <p14:sldId id="6218"/>
            <p14:sldId id="6223"/>
            <p14:sldId id="6230"/>
            <p14:sldId id="5297"/>
            <p14:sldId id="6215"/>
            <p14:sldId id="6228"/>
            <p14:sldId id="6224"/>
            <p14:sldId id="5288"/>
          </p14:sldIdLst>
        </p14:section>
        <p14:section name="Operation_Performance" id="{B7B82C3A-8322-431D-A616-E8A29CAFA2D6}">
          <p14:sldIdLst>
            <p14:sldId id="260"/>
            <p14:sldId id="5285"/>
            <p14:sldId id="5290"/>
            <p14:sldId id="5291"/>
          </p14:sldIdLst>
        </p14:section>
        <p14:section name="Others" id="{F5782CE1-A4EE-4E82-8DDB-569C0826248B}">
          <p14:sldIdLst>
            <p14:sldId id="5292"/>
            <p14:sldId id="5293"/>
            <p14:sldId id="6211"/>
            <p14:sldId id="623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8E7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A93C97-8E9C-2936-2276-F2E7A999F10E}" v="213" dt="2026-01-06T04:21:29.243"/>
    <p1510:client id="{7BADCF7A-378F-F301-FF58-D743510EFA85}" v="14" dt="2026-01-06T05:07:06.050"/>
    <p1510:client id="{83CCC6DD-EC1F-445C-5323-893408C4E1C3}" v="17" dt="2026-01-06T05:10:37.443"/>
    <p1510:client id="{B5CB8B22-722B-0627-24F2-E33E2E8A0696}" v="541" dt="2026-01-06T03:32:24.028"/>
    <p1510:client id="{EC444F0A-8301-CE80-4CA3-4D2D64935406}" v="239" dt="2026-01-06T05:33:13.8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utosh Padhi" userId="S::ashutosh.padhi@inseegroup.onmicrosoft.com::0164c910-f0c0-434a-965d-5bc5ba8e0963" providerId="AD" clId="Web-{28A93C97-8E9C-2936-2276-F2E7A999F10E}"/>
    <pc:docChg chg="addSld delSld modSld modSection">
      <pc:chgData name="Ashutosh Padhi" userId="S::ashutosh.padhi@inseegroup.onmicrosoft.com::0164c910-f0c0-434a-965d-5bc5ba8e0963" providerId="AD" clId="Web-{28A93C97-8E9C-2936-2276-F2E7A999F10E}" dt="2026-01-06T04:21:27.055" v="126"/>
      <pc:docMkLst>
        <pc:docMk/>
      </pc:docMkLst>
      <pc:sldChg chg="addSp delSp modSp">
        <pc:chgData name="Ashutosh Padhi" userId="S::ashutosh.padhi@inseegroup.onmicrosoft.com::0164c910-f0c0-434a-965d-5bc5ba8e0963" providerId="AD" clId="Web-{28A93C97-8E9C-2936-2276-F2E7A999F10E}" dt="2026-01-06T03:34:24.849" v="9" actId="1076"/>
        <pc:sldMkLst>
          <pc:docMk/>
          <pc:sldMk cId="1986474312" sldId="260"/>
        </pc:sldMkLst>
        <pc:picChg chg="add mod">
          <ac:chgData name="Ashutosh Padhi" userId="S::ashutosh.padhi@inseegroup.onmicrosoft.com::0164c910-f0c0-434a-965d-5bc5ba8e0963" providerId="AD" clId="Web-{28A93C97-8E9C-2936-2276-F2E7A999F10E}" dt="2026-01-06T03:34:24.849" v="9" actId="1076"/>
          <ac:picMkLst>
            <pc:docMk/>
            <pc:sldMk cId="1986474312" sldId="260"/>
            <ac:picMk id="4" creationId="{27F10E35-885D-4146-2D9E-6DE3788E566B}"/>
          </ac:picMkLst>
        </pc:picChg>
        <pc:picChg chg="del">
          <ac:chgData name="Ashutosh Padhi" userId="S::ashutosh.padhi@inseegroup.onmicrosoft.com::0164c910-f0c0-434a-965d-5bc5ba8e0963" providerId="AD" clId="Web-{28A93C97-8E9C-2936-2276-F2E7A999F10E}" dt="2026-01-06T03:33:43.739" v="0"/>
          <ac:picMkLst>
            <pc:docMk/>
            <pc:sldMk cId="1986474312" sldId="260"/>
            <ac:picMk id="5" creationId="{389DA98C-A5FA-7BB9-37A4-F0B88DC317CC}"/>
          </ac:picMkLst>
        </pc:picChg>
      </pc:sldChg>
      <pc:sldChg chg="addSp delSp modSp">
        <pc:chgData name="Ashutosh Padhi" userId="S::ashutosh.padhi@inseegroup.onmicrosoft.com::0164c910-f0c0-434a-965d-5bc5ba8e0963" providerId="AD" clId="Web-{28A93C97-8E9C-2936-2276-F2E7A999F10E}" dt="2026-01-06T03:39:58.291" v="34" actId="1076"/>
        <pc:sldMkLst>
          <pc:docMk/>
          <pc:sldMk cId="2227217778" sldId="5285"/>
        </pc:sldMkLst>
        <pc:picChg chg="del">
          <ac:chgData name="Ashutosh Padhi" userId="S::ashutosh.padhi@inseegroup.onmicrosoft.com::0164c910-f0c0-434a-965d-5bc5ba8e0963" providerId="AD" clId="Web-{28A93C97-8E9C-2936-2276-F2E7A999F10E}" dt="2026-01-06T03:34:34.834" v="10"/>
          <ac:picMkLst>
            <pc:docMk/>
            <pc:sldMk cId="2227217778" sldId="5285"/>
            <ac:picMk id="4" creationId="{BD5857A2-BB05-EECF-82E3-DC622748262F}"/>
          </ac:picMkLst>
        </pc:picChg>
        <pc:picChg chg="add del mod">
          <ac:chgData name="Ashutosh Padhi" userId="S::ashutosh.padhi@inseegroup.onmicrosoft.com::0164c910-f0c0-434a-965d-5bc5ba8e0963" providerId="AD" clId="Web-{28A93C97-8E9C-2936-2276-F2E7A999F10E}" dt="2026-01-06T03:39:27.242" v="27"/>
          <ac:picMkLst>
            <pc:docMk/>
            <pc:sldMk cId="2227217778" sldId="5285"/>
            <ac:picMk id="5" creationId="{AE75B813-C3B1-2FD8-0989-957FE88D2F7F}"/>
          </ac:picMkLst>
        </pc:picChg>
        <pc:picChg chg="add mod">
          <ac:chgData name="Ashutosh Padhi" userId="S::ashutosh.padhi@inseegroup.onmicrosoft.com::0164c910-f0c0-434a-965d-5bc5ba8e0963" providerId="AD" clId="Web-{28A93C97-8E9C-2936-2276-F2E7A999F10E}" dt="2026-01-06T03:39:58.291" v="34" actId="1076"/>
          <ac:picMkLst>
            <pc:docMk/>
            <pc:sldMk cId="2227217778" sldId="5285"/>
            <ac:picMk id="6" creationId="{F65F4FF8-8E12-6009-1244-243625DA33CE}"/>
          </ac:picMkLst>
        </pc:picChg>
      </pc:sldChg>
      <pc:sldChg chg="modSp">
        <pc:chgData name="Ashutosh Padhi" userId="S::ashutosh.padhi@inseegroup.onmicrosoft.com::0164c910-f0c0-434a-965d-5bc5ba8e0963" providerId="AD" clId="Web-{28A93C97-8E9C-2936-2276-F2E7A999F10E}" dt="2026-01-06T03:38:56.912" v="26"/>
        <pc:sldMkLst>
          <pc:docMk/>
          <pc:sldMk cId="1226687234" sldId="5290"/>
        </pc:sldMkLst>
        <pc:graphicFrameChg chg="mod modGraphic">
          <ac:chgData name="Ashutosh Padhi" userId="S::ashutosh.padhi@inseegroup.onmicrosoft.com::0164c910-f0c0-434a-965d-5bc5ba8e0963" providerId="AD" clId="Web-{28A93C97-8E9C-2936-2276-F2E7A999F10E}" dt="2026-01-06T03:38:56.912" v="26"/>
          <ac:graphicFrameMkLst>
            <pc:docMk/>
            <pc:sldMk cId="1226687234" sldId="5290"/>
            <ac:graphicFrameMk id="5" creationId="{ED3263E3-8A0E-E2CE-05EC-0E5A3057109D}"/>
          </ac:graphicFrameMkLst>
        </pc:graphicFrameChg>
      </pc:sldChg>
      <pc:sldChg chg="modSp">
        <pc:chgData name="Ashutosh Padhi" userId="S::ashutosh.padhi@inseegroup.onmicrosoft.com::0164c910-f0c0-434a-965d-5bc5ba8e0963" providerId="AD" clId="Web-{28A93C97-8E9C-2936-2276-F2E7A999F10E}" dt="2026-01-06T03:38:23.909" v="24"/>
        <pc:sldMkLst>
          <pc:docMk/>
          <pc:sldMk cId="740286909" sldId="5292"/>
        </pc:sldMkLst>
        <pc:graphicFrameChg chg="modGraphic">
          <ac:chgData name="Ashutosh Padhi" userId="S::ashutosh.padhi@inseegroup.onmicrosoft.com::0164c910-f0c0-434a-965d-5bc5ba8e0963" providerId="AD" clId="Web-{28A93C97-8E9C-2936-2276-F2E7A999F10E}" dt="2026-01-06T03:38:23.909" v="24"/>
          <ac:graphicFrameMkLst>
            <pc:docMk/>
            <pc:sldMk cId="740286909" sldId="5292"/>
            <ac:graphicFrameMk id="6" creationId="{DE30D08B-2D9F-9494-19E3-955A10119224}"/>
          </ac:graphicFrameMkLst>
        </pc:graphicFrameChg>
      </pc:sldChg>
      <pc:sldChg chg="modSp">
        <pc:chgData name="Ashutosh Padhi" userId="S::ashutosh.padhi@inseegroup.onmicrosoft.com::0164c910-f0c0-434a-965d-5bc5ba8e0963" providerId="AD" clId="Web-{28A93C97-8E9C-2936-2276-F2E7A999F10E}" dt="2026-01-06T03:58:21.979" v="92"/>
        <pc:sldMkLst>
          <pc:docMk/>
          <pc:sldMk cId="2863955415" sldId="6218"/>
        </pc:sldMkLst>
        <pc:graphicFrameChg chg="mod modGraphic">
          <ac:chgData name="Ashutosh Padhi" userId="S::ashutosh.padhi@inseegroup.onmicrosoft.com::0164c910-f0c0-434a-965d-5bc5ba8e0963" providerId="AD" clId="Web-{28A93C97-8E9C-2936-2276-F2E7A999F10E}" dt="2026-01-06T03:58:21.979" v="92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Ashutosh Padhi" userId="S::ashutosh.padhi@inseegroup.onmicrosoft.com::0164c910-f0c0-434a-965d-5bc5ba8e0963" providerId="AD" clId="Web-{28A93C97-8E9C-2936-2276-F2E7A999F10E}" dt="2026-01-06T04:21:27.055" v="126"/>
        <pc:sldMkLst>
          <pc:docMk/>
          <pc:sldMk cId="2843726764" sldId="6229"/>
        </pc:sldMkLst>
        <pc:graphicFrameChg chg="mod modGraphic">
          <ac:chgData name="Ashutosh Padhi" userId="S::ashutosh.padhi@inseegroup.onmicrosoft.com::0164c910-f0c0-434a-965d-5bc5ba8e0963" providerId="AD" clId="Web-{28A93C97-8E9C-2936-2276-F2E7A999F10E}" dt="2026-01-06T04:21:27.055" v="126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  <pc:sldChg chg="add del replId">
        <pc:chgData name="Ashutosh Padhi" userId="S::ashutosh.padhi@inseegroup.onmicrosoft.com::0164c910-f0c0-434a-965d-5bc5ba8e0963" providerId="AD" clId="Web-{28A93C97-8E9C-2936-2276-F2E7A999F10E}" dt="2026-01-06T03:56:59.886" v="36"/>
        <pc:sldMkLst>
          <pc:docMk/>
          <pc:sldMk cId="3588076373" sldId="6233"/>
        </pc:sldMkLst>
      </pc:sldChg>
    </pc:docChg>
  </pc:docChgLst>
  <pc:docChgLst>
    <pc:chgData name="Janvi Sah" userId="S::janvi.sah@inseegroup.onmicrosoft.com::f40b1070-b57e-4a71-bda7-074c4efadbe4" providerId="AD" clId="Web-{AE665299-AE72-98B5-6C73-AE7C6E4C400F}"/>
    <pc:docChg chg="modSld">
      <pc:chgData name="Janvi Sah" userId="S::janvi.sah@inseegroup.onmicrosoft.com::f40b1070-b57e-4a71-bda7-074c4efadbe4" providerId="AD" clId="Web-{AE665299-AE72-98B5-6C73-AE7C6E4C400F}" dt="2025-12-24T09:12:07.164" v="129"/>
      <pc:docMkLst>
        <pc:docMk/>
      </pc:docMkLst>
      <pc:sldChg chg="addSp delSp modSp">
        <pc:chgData name="Janvi Sah" userId="S::janvi.sah@inseegroup.onmicrosoft.com::f40b1070-b57e-4a71-bda7-074c4efadbe4" providerId="AD" clId="Web-{AE665299-AE72-98B5-6C73-AE7C6E4C400F}" dt="2025-12-24T09:12:07.164" v="129"/>
        <pc:sldMkLst>
          <pc:docMk/>
          <pc:sldMk cId="1785435542" sldId="6223"/>
        </pc:sldMkLst>
      </pc:sldChg>
    </pc:docChg>
  </pc:docChgLst>
  <pc:docChgLst>
    <pc:chgData name="Ashutosh Padhi" userId="S::ashutosh.padhi@inseegroup.onmicrosoft.com::0164c910-f0c0-434a-965d-5bc5ba8e0963" providerId="AD" clId="Web-{05B9331F-819B-9AF5-9408-EB262434DE06}"/>
    <pc:docChg chg="modSld">
      <pc:chgData name="Ashutosh Padhi" userId="S::ashutosh.padhi@inseegroup.onmicrosoft.com::0164c910-f0c0-434a-965d-5bc5ba8e0963" providerId="AD" clId="Web-{05B9331F-819B-9AF5-9408-EB262434DE06}" dt="2025-12-30T06:17:59.839" v="2"/>
      <pc:docMkLst>
        <pc:docMk/>
      </pc:docMkLst>
      <pc:sldChg chg="addSp delSp modSp">
        <pc:chgData name="Ashutosh Padhi" userId="S::ashutosh.padhi@inseegroup.onmicrosoft.com::0164c910-f0c0-434a-965d-5bc5ba8e0963" providerId="AD" clId="Web-{05B9331F-819B-9AF5-9408-EB262434DE06}" dt="2025-12-30T06:17:59.839" v="2"/>
        <pc:sldMkLst>
          <pc:docMk/>
          <pc:sldMk cId="1785435542" sldId="6223"/>
        </pc:sldMkLst>
      </pc:sldChg>
    </pc:docChg>
  </pc:docChgLst>
  <pc:docChgLst>
    <pc:chgData name="Janvi Sah" userId="S::janvi.sah@inseegroup.onmicrosoft.com::f40b1070-b57e-4a71-bda7-074c4efadbe4" providerId="AD" clId="Web-{69B446ED-49C9-466F-EE4F-859D182CD016}"/>
    <pc:docChg chg="modSld">
      <pc:chgData name="Janvi Sah" userId="S::janvi.sah@inseegroup.onmicrosoft.com::f40b1070-b57e-4a71-bda7-074c4efadbe4" providerId="AD" clId="Web-{69B446ED-49C9-466F-EE4F-859D182CD016}" dt="2025-12-09T05:48:31.355" v="699"/>
      <pc:docMkLst>
        <pc:docMk/>
      </pc:docMkLst>
      <pc:sldChg chg="modSp">
        <pc:chgData name="Janvi Sah" userId="S::janvi.sah@inseegroup.onmicrosoft.com::f40b1070-b57e-4a71-bda7-074c4efadbe4" providerId="AD" clId="Web-{69B446ED-49C9-466F-EE4F-859D182CD016}" dt="2025-12-09T05:07:19.936" v="0" actId="20577"/>
        <pc:sldMkLst>
          <pc:docMk/>
          <pc:sldMk cId="1766131591" sldId="261"/>
        </pc:sldMkLst>
        <pc:spChg chg="mod">
          <ac:chgData name="Janvi Sah" userId="S::janvi.sah@inseegroup.onmicrosoft.com::f40b1070-b57e-4a71-bda7-074c4efadbe4" providerId="AD" clId="Web-{69B446ED-49C9-466F-EE4F-859D182CD016}" dt="2025-12-09T05:07:19.936" v="0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addSp delSp modSp">
        <pc:chgData name="Janvi Sah" userId="S::janvi.sah@inseegroup.onmicrosoft.com::f40b1070-b57e-4a71-bda7-074c4efadbe4" providerId="AD" clId="Web-{69B446ED-49C9-466F-EE4F-859D182CD016}" dt="2025-12-09T05:48:31.355" v="699"/>
        <pc:sldMkLst>
          <pc:docMk/>
          <pc:sldMk cId="2739538269" sldId="5282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48:31.355" v="699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modSp">
        <pc:chgData name="Janvi Sah" userId="S::janvi.sah@inseegroup.onmicrosoft.com::f40b1070-b57e-4a71-bda7-074c4efadbe4" providerId="AD" clId="Web-{69B446ED-49C9-466F-EE4F-859D182CD016}" dt="2025-12-09T05:12:35.083" v="155"/>
        <pc:sldMkLst>
          <pc:docMk/>
          <pc:sldMk cId="4054545799" sldId="6211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12:35.083" v="155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Janvi Sah" userId="S::janvi.sah@inseegroup.onmicrosoft.com::f40b1070-b57e-4a71-bda7-074c4efadbe4" providerId="AD" clId="Web-{69B446ED-49C9-466F-EE4F-859D182CD016}" dt="2025-12-09T05:33:37.150" v="334"/>
        <pc:sldMkLst>
          <pc:docMk/>
          <pc:sldMk cId="2863955415" sldId="6218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33:37.150" v="334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Janvi Sah" userId="S::janvi.sah@inseegroup.onmicrosoft.com::f40b1070-b57e-4a71-bda7-074c4efadbe4" providerId="AD" clId="Web-{69B446ED-49C9-466F-EE4F-859D182CD016}" dt="2025-12-09T05:37:37.323" v="446"/>
        <pc:sldMkLst>
          <pc:docMk/>
          <pc:sldMk cId="388141262" sldId="6222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37:37.323" v="446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Janvi Sah" userId="S::janvi.sah@inseegroup.onmicrosoft.com::f40b1070-b57e-4a71-bda7-074c4efadbe4" providerId="AD" clId="Web-{69B446ED-49C9-466F-EE4F-859D182CD016}" dt="2025-12-09T05:15:25.226" v="214"/>
        <pc:sldMkLst>
          <pc:docMk/>
          <pc:sldMk cId="1785435542" sldId="6223"/>
        </pc:sldMkLst>
      </pc:sldChg>
      <pc:sldChg chg="modSp">
        <pc:chgData name="Janvi Sah" userId="S::janvi.sah@inseegroup.onmicrosoft.com::f40b1070-b57e-4a71-bda7-074c4efadbe4" providerId="AD" clId="Web-{69B446ED-49C9-466F-EE4F-859D182CD016}" dt="2025-12-09T05:46:35.822" v="689"/>
        <pc:sldMkLst>
          <pc:docMk/>
          <pc:sldMk cId="515996917" sldId="6224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46:35.822" v="689"/>
          <ac:graphicFrameMkLst>
            <pc:docMk/>
            <pc:sldMk cId="515996917" sldId="6224"/>
            <ac:graphicFrameMk id="6" creationId="{A1D84158-5DEC-E301-ADE3-D98CB14390F0}"/>
          </ac:graphicFrameMkLst>
        </pc:graphicFrameChg>
      </pc:sldChg>
      <pc:sldChg chg="modSp">
        <pc:chgData name="Janvi Sah" userId="S::janvi.sah@inseegroup.onmicrosoft.com::f40b1070-b57e-4a71-bda7-074c4efadbe4" providerId="AD" clId="Web-{69B446ED-49C9-466F-EE4F-859D182CD016}" dt="2025-12-09T05:47:54.823" v="698" actId="20577"/>
        <pc:sldMkLst>
          <pc:docMk/>
          <pc:sldMk cId="1867862970" sldId="6228"/>
        </pc:sldMkLst>
        <pc:spChg chg="mod">
          <ac:chgData name="Janvi Sah" userId="S::janvi.sah@inseegroup.onmicrosoft.com::f40b1070-b57e-4a71-bda7-074c4efadbe4" providerId="AD" clId="Web-{69B446ED-49C9-466F-EE4F-859D182CD016}" dt="2025-12-09T05:47:54.823" v="698" actId="20577"/>
          <ac:spMkLst>
            <pc:docMk/>
            <pc:sldMk cId="1867862970" sldId="6228"/>
            <ac:spMk id="3" creationId="{2100F771-A5BF-364C-D7A6-864C3DB3D1A5}"/>
          </ac:spMkLst>
        </pc:spChg>
      </pc:sldChg>
      <pc:sldChg chg="modSp">
        <pc:chgData name="Janvi Sah" userId="S::janvi.sah@inseegroup.onmicrosoft.com::f40b1070-b57e-4a71-bda7-074c4efadbe4" providerId="AD" clId="Web-{69B446ED-49C9-466F-EE4F-859D182CD016}" dt="2025-12-09T05:39:42.844" v="474"/>
        <pc:sldMkLst>
          <pc:docMk/>
          <pc:sldMk cId="2843726764" sldId="6229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39:42.844" v="474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AEB56178-758C-0EA2-C8FD-F455434685F1}"/>
    <pc:docChg chg="modSld">
      <pc:chgData name="Janvi Sah" userId="S::janvi.sah@inseegroup.onmicrosoft.com::f40b1070-b57e-4a71-bda7-074c4efadbe4" providerId="AD" clId="Web-{AEB56178-758C-0EA2-C8FD-F455434685F1}" dt="2025-12-30T06:26:29.004" v="199"/>
      <pc:docMkLst>
        <pc:docMk/>
      </pc:docMkLst>
      <pc:sldChg chg="addSp delSp modSp">
        <pc:chgData name="Janvi Sah" userId="S::janvi.sah@inseegroup.onmicrosoft.com::f40b1070-b57e-4a71-bda7-074c4efadbe4" providerId="AD" clId="Web-{AEB56178-758C-0EA2-C8FD-F455434685F1}" dt="2025-12-30T06:26:29.004" v="199"/>
        <pc:sldMkLst>
          <pc:docMk/>
          <pc:sldMk cId="1785435542" sldId="6223"/>
        </pc:sldMkLst>
        <pc:graphicFrameChg chg="add mod modGraphic">
          <ac:chgData name="Janvi Sah" userId="S::janvi.sah@inseegroup.onmicrosoft.com::f40b1070-b57e-4a71-bda7-074c4efadbe4" providerId="AD" clId="Web-{AEB56178-758C-0EA2-C8FD-F455434685F1}" dt="2025-12-30T06:26:29.004" v="199"/>
          <ac:graphicFrameMkLst>
            <pc:docMk/>
            <pc:sldMk cId="1785435542" sldId="6223"/>
            <ac:graphicFrameMk id="4" creationId="{3A1A4DEC-8993-84EB-9CF5-AB3F44642F7B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EC444F0A-8301-CE80-4CA3-4D2D64935406}"/>
    <pc:docChg chg="modSld">
      <pc:chgData name="Ashutosh Padhi" userId="S::ashutosh.padhi@inseegroup.onmicrosoft.com::0164c910-f0c0-434a-965d-5bc5ba8e0963" providerId="AD" clId="Web-{EC444F0A-8301-CE80-4CA3-4D2D64935406}" dt="2026-01-06T05:32:49.155" v="171"/>
      <pc:docMkLst>
        <pc:docMk/>
      </pc:docMkLst>
      <pc:sldChg chg="modSp">
        <pc:chgData name="Ashutosh Padhi" userId="S::ashutosh.padhi@inseegroup.onmicrosoft.com::0164c910-f0c0-434a-965d-5bc5ba8e0963" providerId="AD" clId="Web-{EC444F0A-8301-CE80-4CA3-4D2D64935406}" dt="2026-01-06T05:32:49.155" v="171"/>
        <pc:sldMkLst>
          <pc:docMk/>
          <pc:sldMk cId="388141262" sldId="6222"/>
        </pc:sldMkLst>
        <pc:graphicFrameChg chg="mod modGraphic">
          <ac:chgData name="Ashutosh Padhi" userId="S::ashutosh.padhi@inseegroup.onmicrosoft.com::0164c910-f0c0-434a-965d-5bc5ba8e0963" providerId="AD" clId="Web-{EC444F0A-8301-CE80-4CA3-4D2D64935406}" dt="2026-01-06T05:32:49.155" v="171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8818DB6A-E52C-5B92-42A3-441EBC8B8797}"/>
    <pc:docChg chg="modSld">
      <pc:chgData name="Janvi Sah" userId="S::janvi.sah@inseegroup.onmicrosoft.com::f40b1070-b57e-4a71-bda7-074c4efadbe4" providerId="AD" clId="Web-{8818DB6A-E52C-5B92-42A3-441EBC8B8797}" dt="2025-12-10T03:24:22.901" v="9"/>
      <pc:docMkLst>
        <pc:docMk/>
      </pc:docMkLst>
      <pc:sldChg chg="modSp">
        <pc:chgData name="Janvi Sah" userId="S::janvi.sah@inseegroup.onmicrosoft.com::f40b1070-b57e-4a71-bda7-074c4efadbe4" providerId="AD" clId="Web-{8818DB6A-E52C-5B92-42A3-441EBC8B8797}" dt="2025-12-10T03:24:22.901" v="9"/>
        <pc:sldMkLst>
          <pc:docMk/>
          <pc:sldMk cId="388141262" sldId="6222"/>
        </pc:sldMkLst>
        <pc:graphicFrameChg chg="mod modGraphic">
          <ac:chgData name="Janvi Sah" userId="S::janvi.sah@inseegroup.onmicrosoft.com::f40b1070-b57e-4a71-bda7-074c4efadbe4" providerId="AD" clId="Web-{8818DB6A-E52C-5B92-42A3-441EBC8B8797}" dt="2025-12-10T03:24:22.901" v="9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AEAD5714-223F-3B35-3256-DA2CEA9B8411}"/>
    <pc:docChg chg="modSld">
      <pc:chgData name="Janvi Sah" userId="S::janvi.sah@inseegroup.onmicrosoft.com::f40b1070-b57e-4a71-bda7-074c4efadbe4" providerId="AD" clId="Web-{AEAD5714-223F-3B35-3256-DA2CEA9B8411}" dt="2025-12-23T09:53:42.506" v="224"/>
      <pc:docMkLst>
        <pc:docMk/>
      </pc:docMkLst>
      <pc:sldChg chg="modSp">
        <pc:chgData name="Janvi Sah" userId="S::janvi.sah@inseegroup.onmicrosoft.com::f40b1070-b57e-4a71-bda7-074c4efadbe4" providerId="AD" clId="Web-{AEAD5714-223F-3B35-3256-DA2CEA9B8411}" dt="2025-12-23T09:53:42.506" v="224"/>
        <pc:sldMkLst>
          <pc:docMk/>
          <pc:sldMk cId="1226687234" sldId="5290"/>
        </pc:sldMkLst>
      </pc:sldChg>
      <pc:sldChg chg="addSp delSp modSp">
        <pc:chgData name="Janvi Sah" userId="S::janvi.sah@inseegroup.onmicrosoft.com::f40b1070-b57e-4a71-bda7-074c4efadbe4" providerId="AD" clId="Web-{AEAD5714-223F-3B35-3256-DA2CEA9B8411}" dt="2025-12-23T09:51:58.438" v="212"/>
        <pc:sldMkLst>
          <pc:docMk/>
          <pc:sldMk cId="883369054" sldId="6230"/>
        </pc:sldMkLst>
        <pc:graphicFrameChg chg="add mod modGraphic">
          <ac:chgData name="Janvi Sah" userId="S::janvi.sah@inseegroup.onmicrosoft.com::f40b1070-b57e-4a71-bda7-074c4efadbe4" providerId="AD" clId="Web-{AEAD5714-223F-3B35-3256-DA2CEA9B8411}" dt="2025-12-23T09:51:58.438" v="212"/>
          <ac:graphicFrameMkLst>
            <pc:docMk/>
            <pc:sldMk cId="883369054" sldId="6230"/>
            <ac:graphicFrameMk id="6" creationId="{6C359159-654D-9DA2-057E-A2C3C86CCF1E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F2B76C27-C3BF-02C5-61DF-E9FB83897247}"/>
    <pc:docChg chg="modSld">
      <pc:chgData name="Ashutosh Padhi" userId="S::ashutosh.padhi@inseegroup.onmicrosoft.com::0164c910-f0c0-434a-965d-5bc5ba8e0963" providerId="AD" clId="Web-{F2B76C27-C3BF-02C5-61DF-E9FB83897247}" dt="2025-12-17T02:30:05.364" v="0"/>
      <pc:docMkLst>
        <pc:docMk/>
      </pc:docMkLst>
      <pc:sldChg chg="modSp">
        <pc:chgData name="Ashutosh Padhi" userId="S::ashutosh.padhi@inseegroup.onmicrosoft.com::0164c910-f0c0-434a-965d-5bc5ba8e0963" providerId="AD" clId="Web-{F2B76C27-C3BF-02C5-61DF-E9FB83897247}" dt="2025-12-17T02:30:05.364" v="0"/>
        <pc:sldMkLst>
          <pc:docMk/>
          <pc:sldMk cId="1226687234" sldId="5290"/>
        </pc:sldMkLst>
      </pc:sldChg>
    </pc:docChg>
  </pc:docChgLst>
  <pc:docChgLst>
    <pc:chgData name="Janvi Sah" userId="S::janvi.sah@inseegroup.onmicrosoft.com::f40b1070-b57e-4a71-bda7-074c4efadbe4" providerId="AD" clId="Web-{BD9A0CA7-8F90-F61F-EDAB-6899F39AD13F}"/>
    <pc:docChg chg="modSld">
      <pc:chgData name="Janvi Sah" userId="S::janvi.sah@inseegroup.onmicrosoft.com::f40b1070-b57e-4a71-bda7-074c4efadbe4" providerId="AD" clId="Web-{BD9A0CA7-8F90-F61F-EDAB-6899F39AD13F}" dt="2025-12-16T09:43:42.431" v="117"/>
      <pc:docMkLst>
        <pc:docMk/>
      </pc:docMkLst>
      <pc:sldChg chg="modSp">
        <pc:chgData name="Janvi Sah" userId="S::janvi.sah@inseegroup.onmicrosoft.com::f40b1070-b57e-4a71-bda7-074c4efadbe4" providerId="AD" clId="Web-{BD9A0CA7-8F90-F61F-EDAB-6899F39AD13F}" dt="2025-12-16T09:43:42.431" v="117"/>
        <pc:sldMkLst>
          <pc:docMk/>
          <pc:sldMk cId="1785435542" sldId="6223"/>
        </pc:sldMkLst>
      </pc:sldChg>
    </pc:docChg>
  </pc:docChgLst>
  <pc:docChgLst>
    <pc:chgData name="Ashutosh Padhi" userId="S::ashutosh.padhi@inseegroup.onmicrosoft.com::0164c910-f0c0-434a-965d-5bc5ba8e0963" providerId="AD" clId="Web-{787630DA-C546-DAF4-6EB4-842C3EF1B0B6}"/>
    <pc:docChg chg="modSld">
      <pc:chgData name="Ashutosh Padhi" userId="S::ashutosh.padhi@inseegroup.onmicrosoft.com::0164c910-f0c0-434a-965d-5bc5ba8e0963" providerId="AD" clId="Web-{787630DA-C546-DAF4-6EB4-842C3EF1B0B6}" dt="2025-12-09T06:38:25.339" v="32" actId="1076"/>
      <pc:docMkLst>
        <pc:docMk/>
      </pc:docMkLst>
      <pc:sldChg chg="addSp delSp modSp">
        <pc:chgData name="Ashutosh Padhi" userId="S::ashutosh.padhi@inseegroup.onmicrosoft.com::0164c910-f0c0-434a-965d-5bc5ba8e0963" providerId="AD" clId="Web-{787630DA-C546-DAF4-6EB4-842C3EF1B0B6}" dt="2025-12-09T06:34:45.483" v="9" actId="1076"/>
        <pc:sldMkLst>
          <pc:docMk/>
          <pc:sldMk cId="1986474312" sldId="260"/>
        </pc:sldMkLst>
      </pc:sldChg>
      <pc:sldChg chg="addSp delSp modSp">
        <pc:chgData name="Ashutosh Padhi" userId="S::ashutosh.padhi@inseegroup.onmicrosoft.com::0164c910-f0c0-434a-965d-5bc5ba8e0963" providerId="AD" clId="Web-{787630DA-C546-DAF4-6EB4-842C3EF1B0B6}" dt="2025-12-09T06:35:51.578" v="16" actId="14100"/>
        <pc:sldMkLst>
          <pc:docMk/>
          <pc:sldMk cId="2227217778" sldId="5285"/>
        </pc:sldMkLst>
      </pc:sldChg>
      <pc:sldChg chg="addSp delSp modSp">
        <pc:chgData name="Ashutosh Padhi" userId="S::ashutosh.padhi@inseegroup.onmicrosoft.com::0164c910-f0c0-434a-965d-5bc5ba8e0963" providerId="AD" clId="Web-{787630DA-C546-DAF4-6EB4-842C3EF1B0B6}" dt="2025-12-09T06:38:25.339" v="32" actId="1076"/>
        <pc:sldMkLst>
          <pc:docMk/>
          <pc:sldMk cId="4163238611" sldId="5291"/>
        </pc:sldMkLst>
      </pc:sldChg>
    </pc:docChg>
  </pc:docChgLst>
  <pc:docChgLst>
    <pc:chgData name="Ashutosh Padhi" userId="S::ashutosh.padhi@inseegroup.onmicrosoft.com::0164c910-f0c0-434a-965d-5bc5ba8e0963" providerId="AD" clId="Web-{F0D4BD9D-7922-FBF9-6F61-6E5C2053BC9B}"/>
    <pc:docChg chg="modSld">
      <pc:chgData name="Ashutosh Padhi" userId="S::ashutosh.padhi@inseegroup.onmicrosoft.com::0164c910-f0c0-434a-965d-5bc5ba8e0963" providerId="AD" clId="Web-{F0D4BD9D-7922-FBF9-6F61-6E5C2053BC9B}" dt="2025-12-30T03:31:47.469" v="2" actId="14100"/>
      <pc:docMkLst>
        <pc:docMk/>
      </pc:docMkLst>
      <pc:sldChg chg="modSp">
        <pc:chgData name="Ashutosh Padhi" userId="S::ashutosh.padhi@inseegroup.onmicrosoft.com::0164c910-f0c0-434a-965d-5bc5ba8e0963" providerId="AD" clId="Web-{F0D4BD9D-7922-FBF9-6F61-6E5C2053BC9B}" dt="2025-12-30T03:31:29.922" v="1" actId="1076"/>
        <pc:sldMkLst>
          <pc:docMk/>
          <pc:sldMk cId="1986474312" sldId="260"/>
        </pc:sldMkLst>
      </pc:sldChg>
      <pc:sldChg chg="modSp">
        <pc:chgData name="Ashutosh Padhi" userId="S::ashutosh.padhi@inseegroup.onmicrosoft.com::0164c910-f0c0-434a-965d-5bc5ba8e0963" providerId="AD" clId="Web-{F0D4BD9D-7922-FBF9-6F61-6E5C2053BC9B}" dt="2025-12-30T03:31:47.469" v="2" actId="14100"/>
        <pc:sldMkLst>
          <pc:docMk/>
          <pc:sldMk cId="4163238611" sldId="5291"/>
        </pc:sldMkLst>
      </pc:sldChg>
    </pc:docChg>
  </pc:docChgLst>
  <pc:docChgLst>
    <pc:chgData name="Ashutosh Padhi" userId="S::ashutosh.padhi@inseegroup.onmicrosoft.com::0164c910-f0c0-434a-965d-5bc5ba8e0963" providerId="AD" clId="Web-{249C2F2A-E26F-18A9-73F4-46B5B5BE8089}"/>
    <pc:docChg chg="delSld modSld modSection">
      <pc:chgData name="Ashutosh Padhi" userId="S::ashutosh.padhi@inseegroup.onmicrosoft.com::0164c910-f0c0-434a-965d-5bc5ba8e0963" providerId="AD" clId="Web-{249C2F2A-E26F-18A9-73F4-46B5B5BE8089}" dt="2025-12-16T04:59:06.899" v="420"/>
      <pc:docMkLst>
        <pc:docMk/>
      </pc:docMkLst>
      <pc:sldChg chg="addSp delSp modSp">
        <pc:chgData name="Ashutosh Padhi" userId="S::ashutosh.padhi@inseegroup.onmicrosoft.com::0164c910-f0c0-434a-965d-5bc5ba8e0963" providerId="AD" clId="Web-{249C2F2A-E26F-18A9-73F4-46B5B5BE8089}" dt="2025-12-16T04:24:57.673" v="88" actId="14100"/>
        <pc:sldMkLst>
          <pc:docMk/>
          <pc:sldMk cId="1986474312" sldId="260"/>
        </pc:sldMkLst>
      </pc:sldChg>
      <pc:sldChg chg="modSp">
        <pc:chgData name="Ashutosh Padhi" userId="S::ashutosh.padhi@inseegroup.onmicrosoft.com::0164c910-f0c0-434a-965d-5bc5ba8e0963" providerId="AD" clId="Web-{249C2F2A-E26F-18A9-73F4-46B5B5BE8089}" dt="2025-12-16T04:18:17.931" v="3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249C2F2A-E26F-18A9-73F4-46B5B5BE8089}" dt="2025-12-16T04:18:17.931" v="3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modSp">
        <pc:chgData name="Ashutosh Padhi" userId="S::ashutosh.padhi@inseegroup.onmicrosoft.com::0164c910-f0c0-434a-965d-5bc5ba8e0963" providerId="AD" clId="Web-{249C2F2A-E26F-18A9-73F4-46B5B5BE8089}" dt="2025-12-16T04:18:48.354" v="12"/>
        <pc:sldMkLst>
          <pc:docMk/>
          <pc:sldMk cId="2739538269" sldId="5282"/>
        </pc:sldMkLst>
        <pc:graphicFrameChg chg="mod modGraphic">
          <ac:chgData name="Ashutosh Padhi" userId="S::ashutosh.padhi@inseegroup.onmicrosoft.com::0164c910-f0c0-434a-965d-5bc5ba8e0963" providerId="AD" clId="Web-{249C2F2A-E26F-18A9-73F4-46B5B5BE8089}" dt="2025-12-16T04:18:48.354" v="12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249C2F2A-E26F-18A9-73F4-46B5B5BE8089}" dt="2025-12-16T04:38:43.861" v="107" actId="14100"/>
        <pc:sldMkLst>
          <pc:docMk/>
          <pc:sldMk cId="2227217778" sldId="5285"/>
        </pc:sldMkLst>
      </pc:sldChg>
      <pc:sldChg chg="modSp">
        <pc:chgData name="Ashutosh Padhi" userId="S::ashutosh.padhi@inseegroup.onmicrosoft.com::0164c910-f0c0-434a-965d-5bc5ba8e0963" providerId="AD" clId="Web-{249C2F2A-E26F-18A9-73F4-46B5B5BE8089}" dt="2025-12-16T04:41:15.394" v="316"/>
        <pc:sldMkLst>
          <pc:docMk/>
          <pc:sldMk cId="1226687234" sldId="5290"/>
        </pc:sldMkLst>
      </pc:sldChg>
      <pc:sldChg chg="addSp delSp modSp">
        <pc:chgData name="Ashutosh Padhi" userId="S::ashutosh.padhi@inseegroup.onmicrosoft.com::0164c910-f0c0-434a-965d-5bc5ba8e0963" providerId="AD" clId="Web-{249C2F2A-E26F-18A9-73F4-46B5B5BE8089}" dt="2025-12-16T04:46:02.937" v="325" actId="14100"/>
        <pc:sldMkLst>
          <pc:docMk/>
          <pc:sldMk cId="4163238611" sldId="5291"/>
        </pc:sldMkLst>
      </pc:sldChg>
      <pc:sldChg chg="modSp">
        <pc:chgData name="Ashutosh Padhi" userId="S::ashutosh.padhi@inseegroup.onmicrosoft.com::0164c910-f0c0-434a-965d-5bc5ba8e0963" providerId="AD" clId="Web-{249C2F2A-E26F-18A9-73F4-46B5B5BE8089}" dt="2025-12-16T04:59:06.899" v="420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249C2F2A-E26F-18A9-73F4-46B5B5BE8089}" dt="2025-12-16T04:59:06.899" v="420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Ashutosh Padhi" userId="S::ashutosh.padhi@inseegroup.onmicrosoft.com::0164c910-f0c0-434a-965d-5bc5ba8e0963" providerId="AD" clId="Web-{249C2F2A-E26F-18A9-73F4-46B5B5BE8089}" dt="2025-12-16T04:20:36.091" v="71" actId="20577"/>
        <pc:sldMkLst>
          <pc:docMk/>
          <pc:sldMk cId="1867862970" sldId="6228"/>
        </pc:sldMkLst>
        <pc:spChg chg="mod">
          <ac:chgData name="Ashutosh Padhi" userId="S::ashutosh.padhi@inseegroup.onmicrosoft.com::0164c910-f0c0-434a-965d-5bc5ba8e0963" providerId="AD" clId="Web-{249C2F2A-E26F-18A9-73F4-46B5B5BE8089}" dt="2025-12-16T04:20:36.091" v="71" actId="20577"/>
          <ac:spMkLst>
            <pc:docMk/>
            <pc:sldMk cId="1867862970" sldId="6228"/>
            <ac:spMk id="3" creationId="{2100F771-A5BF-364C-D7A6-864C3DB3D1A5}"/>
          </ac:spMkLst>
        </pc:spChg>
      </pc:sldChg>
    </pc:docChg>
  </pc:docChgLst>
  <pc:docChgLst>
    <pc:chgData name="Ashutosh Padhi" userId="S::ashutosh.padhi@inseegroup.onmicrosoft.com::0164c910-f0c0-434a-965d-5bc5ba8e0963" providerId="AD" clId="Web-{B2DF7B96-E707-5447-FFB8-DE85F7CF402A}"/>
    <pc:docChg chg="modSld">
      <pc:chgData name="Ashutosh Padhi" userId="S::ashutosh.padhi@inseegroup.onmicrosoft.com::0164c910-f0c0-434a-965d-5bc5ba8e0963" providerId="AD" clId="Web-{B2DF7B96-E707-5447-FFB8-DE85F7CF402A}" dt="2025-12-23T08:57:48.407" v="638"/>
      <pc:docMkLst>
        <pc:docMk/>
      </pc:docMkLst>
      <pc:sldChg chg="addSp delSp modSp">
        <pc:chgData name="Ashutosh Padhi" userId="S::ashutosh.padhi@inseegroup.onmicrosoft.com::0164c910-f0c0-434a-965d-5bc5ba8e0963" providerId="AD" clId="Web-{B2DF7B96-E707-5447-FFB8-DE85F7CF402A}" dt="2025-12-23T08:02:24.228" v="9" actId="1076"/>
        <pc:sldMkLst>
          <pc:docMk/>
          <pc:sldMk cId="1986474312" sldId="260"/>
        </pc:sldMkLst>
      </pc:sldChg>
      <pc:sldChg chg="modSp">
        <pc:chgData name="Ashutosh Padhi" userId="S::ashutosh.padhi@inseegroup.onmicrosoft.com::0164c910-f0c0-434a-965d-5bc5ba8e0963" providerId="AD" clId="Web-{B2DF7B96-E707-5447-FFB8-DE85F7CF402A}" dt="2025-12-23T07:10:15.801" v="0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B2DF7B96-E707-5447-FFB8-DE85F7CF402A}" dt="2025-12-23T07:10:15.801" v="0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modSp">
        <pc:chgData name="Ashutosh Padhi" userId="S::ashutosh.padhi@inseegroup.onmicrosoft.com::0164c910-f0c0-434a-965d-5bc5ba8e0963" providerId="AD" clId="Web-{B2DF7B96-E707-5447-FFB8-DE85F7CF402A}" dt="2025-12-23T07:10:26.786" v="1"/>
        <pc:sldMkLst>
          <pc:docMk/>
          <pc:sldMk cId="2739538269" sldId="5282"/>
        </pc:sldMkLst>
        <pc:graphicFrameChg chg="modGraphic">
          <ac:chgData name="Ashutosh Padhi" userId="S::ashutosh.padhi@inseegroup.onmicrosoft.com::0164c910-f0c0-434a-965d-5bc5ba8e0963" providerId="AD" clId="Web-{B2DF7B96-E707-5447-FFB8-DE85F7CF402A}" dt="2025-12-23T07:10:26.786" v="1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B2DF7B96-E707-5447-FFB8-DE85F7CF402A}" dt="2025-12-23T08:03:42.573" v="16" actId="1076"/>
        <pc:sldMkLst>
          <pc:docMk/>
          <pc:sldMk cId="2227217778" sldId="5285"/>
        </pc:sldMkLst>
      </pc:sldChg>
      <pc:sldChg chg="modSp">
        <pc:chgData name="Ashutosh Padhi" userId="S::ashutosh.padhi@inseegroup.onmicrosoft.com::0164c910-f0c0-434a-965d-5bc5ba8e0963" providerId="AD" clId="Web-{B2DF7B96-E707-5447-FFB8-DE85F7CF402A}" dt="2025-12-23T08:04:50.527" v="210"/>
        <pc:sldMkLst>
          <pc:docMk/>
          <pc:sldMk cId="1226687234" sldId="5290"/>
        </pc:sldMkLst>
      </pc:sldChg>
      <pc:sldChg chg="addSp delSp modSp">
        <pc:chgData name="Ashutosh Padhi" userId="S::ashutosh.padhi@inseegroup.onmicrosoft.com::0164c910-f0c0-434a-965d-5bc5ba8e0963" providerId="AD" clId="Web-{B2DF7B96-E707-5447-FFB8-DE85F7CF402A}" dt="2025-12-23T08:05:38.418" v="215" actId="14100"/>
        <pc:sldMkLst>
          <pc:docMk/>
          <pc:sldMk cId="4163238611" sldId="5291"/>
        </pc:sldMkLst>
      </pc:sldChg>
      <pc:sldChg chg="modSp">
        <pc:chgData name="Ashutosh Padhi" userId="S::ashutosh.padhi@inseegroup.onmicrosoft.com::0164c910-f0c0-434a-965d-5bc5ba8e0963" providerId="AD" clId="Web-{B2DF7B96-E707-5447-FFB8-DE85F7CF402A}" dt="2025-12-23T08:06:51.841" v="333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06:51.841" v="333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Ashutosh Padhi" userId="S::ashutosh.padhi@inseegroup.onmicrosoft.com::0164c910-f0c0-434a-965d-5bc5ba8e0963" providerId="AD" clId="Web-{B2DF7B96-E707-5447-FFB8-DE85F7CF402A}" dt="2025-12-23T08:40:42.040" v="384"/>
        <pc:sldMkLst>
          <pc:docMk/>
          <pc:sldMk cId="2863955415" sldId="6218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40:42.040" v="384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Ashutosh Padhi" userId="S::ashutosh.padhi@inseegroup.onmicrosoft.com::0164c910-f0c0-434a-965d-5bc5ba8e0963" providerId="AD" clId="Web-{B2DF7B96-E707-5447-FFB8-DE85F7CF402A}" dt="2025-12-23T08:57:48.407" v="638"/>
        <pc:sldMkLst>
          <pc:docMk/>
          <pc:sldMk cId="388141262" sldId="6222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57:48.407" v="638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Ashutosh Padhi" userId="S::ashutosh.padhi@inseegroup.onmicrosoft.com::0164c910-f0c0-434a-965d-5bc5ba8e0963" providerId="AD" clId="Web-{B2DF7B96-E707-5447-FFB8-DE85F7CF402A}" dt="2025-12-23T08:46:03.736" v="432"/>
        <pc:sldMkLst>
          <pc:docMk/>
          <pc:sldMk cId="2843726764" sldId="6229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46:03.736" v="432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C815A556-0A11-5911-823F-35C46EFDBFF9}"/>
    <pc:docChg chg="modSld">
      <pc:chgData name="Ashutosh Padhi" userId="S::ashutosh.padhi@inseegroup.onmicrosoft.com::0164c910-f0c0-434a-965d-5bc5ba8e0963" providerId="AD" clId="Web-{C815A556-0A11-5911-823F-35C46EFDBFF9}" dt="2025-12-30T03:17:05.207" v="499"/>
      <pc:docMkLst>
        <pc:docMk/>
      </pc:docMkLst>
      <pc:sldChg chg="addSp delSp modSp">
        <pc:chgData name="Ashutosh Padhi" userId="S::ashutosh.padhi@inseegroup.onmicrosoft.com::0164c910-f0c0-434a-965d-5bc5ba8e0963" providerId="AD" clId="Web-{C815A556-0A11-5911-823F-35C46EFDBFF9}" dt="2025-12-30T02:39:41.464" v="10" actId="1076"/>
        <pc:sldMkLst>
          <pc:docMk/>
          <pc:sldMk cId="1986474312" sldId="260"/>
        </pc:sldMkLst>
      </pc:sldChg>
      <pc:sldChg chg="modSp">
        <pc:chgData name="Ashutosh Padhi" userId="S::ashutosh.padhi@inseegroup.onmicrosoft.com::0164c910-f0c0-434a-965d-5bc5ba8e0963" providerId="AD" clId="Web-{C815A556-0A11-5911-823F-35C46EFDBFF9}" dt="2025-12-30T02:37:58.646" v="1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C815A556-0A11-5911-823F-35C46EFDBFF9}" dt="2025-12-30T02:37:58.646" v="1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addSp delSp modSp">
        <pc:chgData name="Ashutosh Padhi" userId="S::ashutosh.padhi@inseegroup.onmicrosoft.com::0164c910-f0c0-434a-965d-5bc5ba8e0963" providerId="AD" clId="Web-{C815A556-0A11-5911-823F-35C46EFDBFF9}" dt="2025-12-30T02:41:20.421" v="20" actId="1076"/>
        <pc:sldMkLst>
          <pc:docMk/>
          <pc:sldMk cId="2227217778" sldId="5285"/>
        </pc:sldMkLst>
      </pc:sldChg>
      <pc:sldChg chg="modSp">
        <pc:chgData name="Ashutosh Padhi" userId="S::ashutosh.padhi@inseegroup.onmicrosoft.com::0164c910-f0c0-434a-965d-5bc5ba8e0963" providerId="AD" clId="Web-{C815A556-0A11-5911-823F-35C46EFDBFF9}" dt="2025-12-30T02:42:44.329" v="46"/>
        <pc:sldMkLst>
          <pc:docMk/>
          <pc:sldMk cId="1226687234" sldId="5290"/>
        </pc:sldMkLst>
      </pc:sldChg>
      <pc:sldChg chg="addSp delSp modSp">
        <pc:chgData name="Ashutosh Padhi" userId="S::ashutosh.padhi@inseegroup.onmicrosoft.com::0164c910-f0c0-434a-965d-5bc5ba8e0963" providerId="AD" clId="Web-{C815A556-0A11-5911-823F-35C46EFDBFF9}" dt="2025-12-30T02:43:53.816" v="53" actId="1076"/>
        <pc:sldMkLst>
          <pc:docMk/>
          <pc:sldMk cId="4163238611" sldId="5291"/>
        </pc:sldMkLst>
      </pc:sldChg>
      <pc:sldChg chg="modSp">
        <pc:chgData name="Ashutosh Padhi" userId="S::ashutosh.padhi@inseegroup.onmicrosoft.com::0164c910-f0c0-434a-965d-5bc5ba8e0963" providerId="AD" clId="Web-{C815A556-0A11-5911-823F-35C46EFDBFF9}" dt="2025-12-30T02:46:27.819" v="192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C815A556-0A11-5911-823F-35C46EFDBFF9}" dt="2025-12-30T02:46:27.819" v="192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Ashutosh Padhi" userId="S::ashutosh.padhi@inseegroup.onmicrosoft.com::0164c910-f0c0-434a-965d-5bc5ba8e0963" providerId="AD" clId="Web-{C815A556-0A11-5911-823F-35C46EFDBFF9}" dt="2025-12-30T02:53:52.166" v="245"/>
        <pc:sldMkLst>
          <pc:docMk/>
          <pc:sldMk cId="2863955415" sldId="6218"/>
        </pc:sldMkLst>
        <pc:graphicFrameChg chg="mod modGraphic">
          <ac:chgData name="Ashutosh Padhi" userId="S::ashutosh.padhi@inseegroup.onmicrosoft.com::0164c910-f0c0-434a-965d-5bc5ba8e0963" providerId="AD" clId="Web-{C815A556-0A11-5911-823F-35C46EFDBFF9}" dt="2025-12-30T02:53:52.166" v="245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Ashutosh Padhi" userId="S::ashutosh.padhi@inseegroup.onmicrosoft.com::0164c910-f0c0-434a-965d-5bc5ba8e0963" providerId="AD" clId="Web-{C815A556-0A11-5911-823F-35C46EFDBFF9}" dt="2025-12-30T03:17:05.207" v="499"/>
        <pc:sldMkLst>
          <pc:docMk/>
          <pc:sldMk cId="388141262" sldId="6222"/>
        </pc:sldMkLst>
        <pc:graphicFrameChg chg="mod modGraphic">
          <ac:chgData name="Ashutosh Padhi" userId="S::ashutosh.padhi@inseegroup.onmicrosoft.com::0164c910-f0c0-434a-965d-5bc5ba8e0963" providerId="AD" clId="Web-{C815A556-0A11-5911-823F-35C46EFDBFF9}" dt="2025-12-30T03:17:05.207" v="499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Ashutosh Padhi" userId="S::ashutosh.padhi@inseegroup.onmicrosoft.com::0164c910-f0c0-434a-965d-5bc5ba8e0963" providerId="AD" clId="Web-{C815A556-0A11-5911-823F-35C46EFDBFF9}" dt="2025-12-30T02:58:03.038" v="315"/>
        <pc:sldMkLst>
          <pc:docMk/>
          <pc:sldMk cId="2843726764" sldId="6229"/>
        </pc:sldMkLst>
        <pc:graphicFrameChg chg="mod modGraphic">
          <ac:chgData name="Ashutosh Padhi" userId="S::ashutosh.padhi@inseegroup.onmicrosoft.com::0164c910-f0c0-434a-965d-5bc5ba8e0963" providerId="AD" clId="Web-{C815A556-0A11-5911-823F-35C46EFDBFF9}" dt="2025-12-30T02:58:03.038" v="315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7BADCF7A-378F-F301-FF58-D743510EFA85}"/>
    <pc:docChg chg="modSld">
      <pc:chgData name="Ashutosh Padhi" userId="S::ashutosh.padhi@inseegroup.onmicrosoft.com::0164c910-f0c0-434a-965d-5bc5ba8e0963" providerId="AD" clId="Web-{7BADCF7A-378F-F301-FF58-D743510EFA85}" dt="2026-01-06T05:07:06.050" v="13"/>
      <pc:docMkLst>
        <pc:docMk/>
      </pc:docMkLst>
      <pc:sldChg chg="modSp">
        <pc:chgData name="Ashutosh Padhi" userId="S::ashutosh.padhi@inseegroup.onmicrosoft.com::0164c910-f0c0-434a-965d-5bc5ba8e0963" providerId="AD" clId="Web-{7BADCF7A-378F-F301-FF58-D743510EFA85}" dt="2026-01-06T05:07:06.050" v="13"/>
        <pc:sldMkLst>
          <pc:docMk/>
          <pc:sldMk cId="2863955415" sldId="6218"/>
        </pc:sldMkLst>
        <pc:graphicFrameChg chg="mod modGraphic">
          <ac:chgData name="Ashutosh Padhi" userId="S::ashutosh.padhi@inseegroup.onmicrosoft.com::0164c910-f0c0-434a-965d-5bc5ba8e0963" providerId="AD" clId="Web-{7BADCF7A-378F-F301-FF58-D743510EFA85}" dt="2026-01-06T05:07:06.050" v="13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6F124051-B4A4-47DC-0F93-5BD1F3EF68F8}"/>
    <pc:docChg chg="modSld">
      <pc:chgData name="Ashutosh Padhi" userId="S::ashutosh.padhi@inseegroup.onmicrosoft.com::0164c910-f0c0-434a-965d-5bc5ba8e0963" providerId="AD" clId="Web-{6F124051-B4A4-47DC-0F93-5BD1F3EF68F8}" dt="2025-12-10T02:26:05.494" v="11"/>
      <pc:docMkLst>
        <pc:docMk/>
      </pc:docMkLst>
      <pc:sldChg chg="modSp">
        <pc:chgData name="Ashutosh Padhi" userId="S::ashutosh.padhi@inseegroup.onmicrosoft.com::0164c910-f0c0-434a-965d-5bc5ba8e0963" providerId="AD" clId="Web-{6F124051-B4A4-47DC-0F93-5BD1F3EF68F8}" dt="2025-12-09T17:31:56.009" v="5"/>
        <pc:sldMkLst>
          <pc:docMk/>
          <pc:sldMk cId="1226687234" sldId="5290"/>
        </pc:sldMkLst>
      </pc:sldChg>
      <pc:sldChg chg="modSp">
        <pc:chgData name="Ashutosh Padhi" userId="S::ashutosh.padhi@inseegroup.onmicrosoft.com::0164c910-f0c0-434a-965d-5bc5ba8e0963" providerId="AD" clId="Web-{6F124051-B4A4-47DC-0F93-5BD1F3EF68F8}" dt="2025-12-10T02:26:05.494" v="11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6F124051-B4A4-47DC-0F93-5BD1F3EF68F8}" dt="2025-12-10T02:26:05.494" v="11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</pc:docChg>
  </pc:docChgLst>
  <pc:docChgLst>
    <pc:chgData clId="Web-{83CCC6DD-EC1F-445C-5323-893408C4E1C3}"/>
    <pc:docChg chg="modSld">
      <pc:chgData name="" userId="" providerId="" clId="Web-{83CCC6DD-EC1F-445C-5323-893408C4E1C3}" dt="2026-01-06T05:09:25.348" v="0" actId="20577"/>
      <pc:docMkLst>
        <pc:docMk/>
      </pc:docMkLst>
      <pc:sldChg chg="modSp">
        <pc:chgData name="" userId="" providerId="" clId="Web-{83CCC6DD-EC1F-445C-5323-893408C4E1C3}" dt="2026-01-06T05:09:25.348" v="0" actId="20577"/>
        <pc:sldMkLst>
          <pc:docMk/>
          <pc:sldMk cId="1766131591" sldId="261"/>
        </pc:sldMkLst>
        <pc:spChg chg="mod">
          <ac:chgData name="" userId="" providerId="" clId="Web-{83CCC6DD-EC1F-445C-5323-893408C4E1C3}" dt="2026-01-06T05:09:25.348" v="0" actId="20577"/>
          <ac:spMkLst>
            <pc:docMk/>
            <pc:sldMk cId="1766131591" sldId="261"/>
            <ac:spMk id="2" creationId="{7C90A8F5-958D-47BB-9F67-4AD15E4AC98A}"/>
          </ac:spMkLst>
        </pc:spChg>
      </pc:sldChg>
    </pc:docChg>
  </pc:docChgLst>
  <pc:docChgLst>
    <pc:chgData name="Shubham Sharma" userId="4dd17e97-4b35-4f5a-acea-fe68010c64e5" providerId="ADAL" clId="{10F16DF8-0E04-4BD5-8A47-76305DD06944}"/>
    <pc:docChg chg="modSld">
      <pc:chgData name="Shubham Sharma" userId="4dd17e97-4b35-4f5a-acea-fe68010c64e5" providerId="ADAL" clId="{10F16DF8-0E04-4BD5-8A47-76305DD06944}" dt="2025-12-30T05:10:33.445" v="6" actId="113"/>
      <pc:docMkLst>
        <pc:docMk/>
      </pc:docMkLst>
      <pc:sldChg chg="modSp mod">
        <pc:chgData name="Shubham Sharma" userId="4dd17e97-4b35-4f5a-acea-fe68010c64e5" providerId="ADAL" clId="{10F16DF8-0E04-4BD5-8A47-76305DD06944}" dt="2025-12-17T02:27:17.274" v="1" actId="20577"/>
        <pc:sldMkLst>
          <pc:docMk/>
          <pc:sldMk cId="1986474312" sldId="260"/>
        </pc:sldMkLst>
      </pc:sldChg>
      <pc:sldChg chg="modSp mod">
        <pc:chgData name="Shubham Sharma" userId="4dd17e97-4b35-4f5a-acea-fe68010c64e5" providerId="ADAL" clId="{10F16DF8-0E04-4BD5-8A47-76305DD06944}" dt="2025-12-30T05:10:33.445" v="6" actId="113"/>
        <pc:sldMkLst>
          <pc:docMk/>
          <pc:sldMk cId="4054545799" sldId="6211"/>
        </pc:sldMkLst>
        <pc:graphicFrameChg chg="modGraphic">
          <ac:chgData name="Shubham Sharma" userId="4dd17e97-4b35-4f5a-acea-fe68010c64e5" providerId="ADAL" clId="{10F16DF8-0E04-4BD5-8A47-76305DD06944}" dt="2025-12-30T05:10:33.445" v="6" actId="113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 mod">
        <pc:chgData name="Shubham Sharma" userId="4dd17e97-4b35-4f5a-acea-fe68010c64e5" providerId="ADAL" clId="{10F16DF8-0E04-4BD5-8A47-76305DD06944}" dt="2025-12-30T05:09:34.526" v="2" actId="6549"/>
        <pc:sldMkLst>
          <pc:docMk/>
          <pc:sldMk cId="1867862970" sldId="6228"/>
        </pc:sldMkLst>
        <pc:spChg chg="mod">
          <ac:chgData name="Shubham Sharma" userId="4dd17e97-4b35-4f5a-acea-fe68010c64e5" providerId="ADAL" clId="{10F16DF8-0E04-4BD5-8A47-76305DD06944}" dt="2025-12-30T05:09:34.526" v="2" actId="6549"/>
          <ac:spMkLst>
            <pc:docMk/>
            <pc:sldMk cId="1867862970" sldId="6228"/>
            <ac:spMk id="3" creationId="{2100F771-A5BF-364C-D7A6-864C3DB3D1A5}"/>
          </ac:spMkLst>
        </pc:spChg>
      </pc:sldChg>
    </pc:docChg>
  </pc:docChgLst>
  <pc:docChgLst>
    <pc:chgData name="Janvi Sah" userId="S::janvi.sah@inseegroup.onmicrosoft.com::f40b1070-b57e-4a71-bda7-074c4efadbe4" providerId="AD" clId="Web-{F96821B7-0D46-E703-7126-1C8B389735E8}"/>
    <pc:docChg chg="modSld">
      <pc:chgData name="Janvi Sah" userId="S::janvi.sah@inseegroup.onmicrosoft.com::f40b1070-b57e-4a71-bda7-074c4efadbe4" providerId="AD" clId="Web-{F96821B7-0D46-E703-7126-1C8B389735E8}" dt="2025-12-16T05:46:10.298" v="334"/>
      <pc:docMkLst>
        <pc:docMk/>
      </pc:docMkLst>
      <pc:sldChg chg="modSp">
        <pc:chgData name="Janvi Sah" userId="S::janvi.sah@inseegroup.onmicrosoft.com::f40b1070-b57e-4a71-bda7-074c4efadbe4" providerId="AD" clId="Web-{F96821B7-0D46-E703-7126-1C8B389735E8}" dt="2025-12-16T05:39:40.641" v="222"/>
        <pc:sldMkLst>
          <pc:docMk/>
          <pc:sldMk cId="2863955415" sldId="6218"/>
        </pc:sldMkLst>
        <pc:graphicFrameChg chg="mod modGraphic">
          <ac:chgData name="Janvi Sah" userId="S::janvi.sah@inseegroup.onmicrosoft.com::f40b1070-b57e-4a71-bda7-074c4efadbe4" providerId="AD" clId="Web-{F96821B7-0D46-E703-7126-1C8B389735E8}" dt="2025-12-16T05:39:40.641" v="222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Janvi Sah" userId="S::janvi.sah@inseegroup.onmicrosoft.com::f40b1070-b57e-4a71-bda7-074c4efadbe4" providerId="AD" clId="Web-{F96821B7-0D46-E703-7126-1C8B389735E8}" dt="2025-12-16T05:44:41.680" v="316"/>
        <pc:sldMkLst>
          <pc:docMk/>
          <pc:sldMk cId="388141262" sldId="6222"/>
        </pc:sldMkLst>
        <pc:graphicFrameChg chg="mod modGraphic">
          <ac:chgData name="Janvi Sah" userId="S::janvi.sah@inseegroup.onmicrosoft.com::f40b1070-b57e-4a71-bda7-074c4efadbe4" providerId="AD" clId="Web-{F96821B7-0D46-E703-7126-1C8B389735E8}" dt="2025-12-16T05:44:41.680" v="316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Janvi Sah" userId="S::janvi.sah@inseegroup.onmicrosoft.com::f40b1070-b57e-4a71-bda7-074c4efadbe4" providerId="AD" clId="Web-{F96821B7-0D46-E703-7126-1C8B389735E8}" dt="2025-12-16T05:46:10.298" v="334"/>
        <pc:sldMkLst>
          <pc:docMk/>
          <pc:sldMk cId="2843726764" sldId="6229"/>
        </pc:sldMkLst>
        <pc:graphicFrameChg chg="mod modGraphic">
          <ac:chgData name="Janvi Sah" userId="S::janvi.sah@inseegroup.onmicrosoft.com::f40b1070-b57e-4a71-bda7-074c4efadbe4" providerId="AD" clId="Web-{F96821B7-0D46-E703-7126-1C8B389735E8}" dt="2025-12-16T05:46:10.298" v="334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6E8E79C0-D106-EF61-A426-2FB4CC5C3369}"/>
    <pc:docChg chg="modSld">
      <pc:chgData name="Ashutosh Padhi" userId="S::ashutosh.padhi@inseegroup.onmicrosoft.com::0164c910-f0c0-434a-965d-5bc5ba8e0963" providerId="AD" clId="Web-{6E8E79C0-D106-EF61-A426-2FB4CC5C3369}" dt="2025-12-26T02:09:52.864" v="3"/>
      <pc:docMkLst>
        <pc:docMk/>
      </pc:docMkLst>
      <pc:sldChg chg="modSp">
        <pc:chgData name="Ashutosh Padhi" userId="S::ashutosh.padhi@inseegroup.onmicrosoft.com::0164c910-f0c0-434a-965d-5bc5ba8e0963" providerId="AD" clId="Web-{6E8E79C0-D106-EF61-A426-2FB4CC5C3369}" dt="2025-12-26T02:09:52.864" v="3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6E8E79C0-D106-EF61-A426-2FB4CC5C3369}" dt="2025-12-26T02:09:52.864" v="3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</pc:docChg>
  </pc:docChgLst>
  <pc:docChgLst>
    <pc:chgData clId="Web-{B5CB8B22-722B-0627-24F2-E33E2E8A0696}"/>
    <pc:docChg chg="modSld">
      <pc:chgData name="" userId="" providerId="" clId="Web-{B5CB8B22-722B-0627-24F2-E33E2E8A0696}" dt="2026-01-06T02:00:09.626" v="2" actId="20577"/>
      <pc:docMkLst>
        <pc:docMk/>
      </pc:docMkLst>
      <pc:sldChg chg="modSp">
        <pc:chgData name="" userId="" providerId="" clId="Web-{B5CB8B22-722B-0627-24F2-E33E2E8A0696}" dt="2026-01-06T02:00:09.626" v="2" actId="20577"/>
        <pc:sldMkLst>
          <pc:docMk/>
          <pc:sldMk cId="1766131591" sldId="261"/>
        </pc:sldMkLst>
        <pc:spChg chg="mod">
          <ac:chgData name="" userId="" providerId="" clId="Web-{B5CB8B22-722B-0627-24F2-E33E2E8A0696}" dt="2026-01-06T02:00:09.626" v="2" actId="20577"/>
          <ac:spMkLst>
            <pc:docMk/>
            <pc:sldMk cId="1766131591" sldId="261"/>
            <ac:spMk id="2" creationId="{7C90A8F5-958D-47BB-9F67-4AD15E4AC98A}"/>
          </ac:spMkLst>
        </pc:spChg>
      </pc:sldChg>
    </pc:docChg>
  </pc:docChgLst>
  <pc:docChgLst>
    <pc:chgData name="Ashutosh Padhi" userId="S::ashutosh.padhi@inseegroup.onmicrosoft.com::0164c910-f0c0-434a-965d-5bc5ba8e0963" providerId="AD" clId="Web-{B5CB8B22-722B-0627-24F2-E33E2E8A0696}"/>
    <pc:docChg chg="modSld">
      <pc:chgData name="Ashutosh Padhi" userId="S::ashutosh.padhi@inseegroup.onmicrosoft.com::0164c910-f0c0-434a-965d-5bc5ba8e0963" providerId="AD" clId="Web-{B5CB8B22-722B-0627-24F2-E33E2E8A0696}" dt="2026-01-06T03:32:24.028" v="359"/>
      <pc:docMkLst>
        <pc:docMk/>
      </pc:docMkLst>
      <pc:sldChg chg="addSp delSp modSp">
        <pc:chgData name="Ashutosh Padhi" userId="S::ashutosh.padhi@inseegroup.onmicrosoft.com::0164c910-f0c0-434a-965d-5bc5ba8e0963" providerId="AD" clId="Web-{B5CB8B22-722B-0627-24F2-E33E2E8A0696}" dt="2026-01-06T02:17:13.819" v="248" actId="20577"/>
        <pc:sldMkLst>
          <pc:docMk/>
          <pc:sldMk cId="1986474312" sldId="260"/>
        </pc:sldMkLst>
        <pc:spChg chg="add mod">
          <ac:chgData name="Ashutosh Padhi" userId="S::ashutosh.padhi@inseegroup.onmicrosoft.com::0164c910-f0c0-434a-965d-5bc5ba8e0963" providerId="AD" clId="Web-{B5CB8B22-722B-0627-24F2-E33E2E8A0696}" dt="2026-01-06T02:17:13.819" v="248" actId="20577"/>
          <ac:spMkLst>
            <pc:docMk/>
            <pc:sldMk cId="1986474312" sldId="260"/>
            <ac:spMk id="6" creationId="{C4012864-8FA1-89B9-6142-D7504358D7DC}"/>
          </ac:spMkLst>
        </pc:spChg>
        <pc:picChg chg="del">
          <ac:chgData name="Ashutosh Padhi" userId="S::ashutosh.padhi@inseegroup.onmicrosoft.com::0164c910-f0c0-434a-965d-5bc5ba8e0963" providerId="AD" clId="Web-{B5CB8B22-722B-0627-24F2-E33E2E8A0696}" dt="2026-01-06T02:01:09.563" v="0"/>
          <ac:picMkLst>
            <pc:docMk/>
            <pc:sldMk cId="1986474312" sldId="260"/>
            <ac:picMk id="4" creationId="{B74C85C6-D7EC-52EA-71B7-AEC16350C2D4}"/>
          </ac:picMkLst>
        </pc:picChg>
        <pc:picChg chg="add mod">
          <ac:chgData name="Ashutosh Padhi" userId="S::ashutosh.padhi@inseegroup.onmicrosoft.com::0164c910-f0c0-434a-965d-5bc5ba8e0963" providerId="AD" clId="Web-{B5CB8B22-722B-0627-24F2-E33E2E8A0696}" dt="2026-01-06T02:06:23.520" v="31" actId="1076"/>
          <ac:picMkLst>
            <pc:docMk/>
            <pc:sldMk cId="1986474312" sldId="260"/>
            <ac:picMk id="5" creationId="{389DA98C-A5FA-7BB9-37A4-F0B88DC317CC}"/>
          </ac:picMkLst>
        </pc:picChg>
      </pc:sldChg>
      <pc:sldChg chg="modSp">
        <pc:chgData name="Ashutosh Padhi" userId="S::ashutosh.padhi@inseegroup.onmicrosoft.com::0164c910-f0c0-434a-965d-5bc5ba8e0963" providerId="AD" clId="Web-{B5CB8B22-722B-0627-24F2-E33E2E8A0696}" dt="2026-01-06T02:13:56.944" v="152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B5CB8B22-722B-0627-24F2-E33E2E8A0696}" dt="2026-01-06T02:13:56.944" v="152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addSp delSp modSp">
        <pc:chgData name="Ashutosh Padhi" userId="S::ashutosh.padhi@inseegroup.onmicrosoft.com::0164c910-f0c0-434a-965d-5bc5ba8e0963" providerId="AD" clId="Web-{B5CB8B22-722B-0627-24F2-E33E2E8A0696}" dt="2026-01-06T02:05:55.504" v="27" actId="1076"/>
        <pc:sldMkLst>
          <pc:docMk/>
          <pc:sldMk cId="2227217778" sldId="5285"/>
        </pc:sldMkLst>
        <pc:picChg chg="add mod">
          <ac:chgData name="Ashutosh Padhi" userId="S::ashutosh.padhi@inseegroup.onmicrosoft.com::0164c910-f0c0-434a-965d-5bc5ba8e0963" providerId="AD" clId="Web-{B5CB8B22-722B-0627-24F2-E33E2E8A0696}" dt="2026-01-06T02:05:55.504" v="27" actId="1076"/>
          <ac:picMkLst>
            <pc:docMk/>
            <pc:sldMk cId="2227217778" sldId="5285"/>
            <ac:picMk id="4" creationId="{BD5857A2-BB05-EECF-82E3-DC622748262F}"/>
          </ac:picMkLst>
        </pc:picChg>
        <pc:picChg chg="del">
          <ac:chgData name="Ashutosh Padhi" userId="S::ashutosh.padhi@inseegroup.onmicrosoft.com::0164c910-f0c0-434a-965d-5bc5ba8e0963" providerId="AD" clId="Web-{B5CB8B22-722B-0627-24F2-E33E2E8A0696}" dt="2026-01-06T02:04:56.644" v="14"/>
          <ac:picMkLst>
            <pc:docMk/>
            <pc:sldMk cId="2227217778" sldId="5285"/>
            <ac:picMk id="5" creationId="{98FE0ACC-E1AE-4D90-80C1-0EA02AD2F1E3}"/>
          </ac:picMkLst>
        </pc:picChg>
      </pc:sldChg>
      <pc:sldChg chg="addSp delSp modSp">
        <pc:chgData name="Ashutosh Padhi" userId="S::ashutosh.padhi@inseegroup.onmicrosoft.com::0164c910-f0c0-434a-965d-5bc5ba8e0963" providerId="AD" clId="Web-{B5CB8B22-722B-0627-24F2-E33E2E8A0696}" dt="2026-01-06T03:32:24.028" v="359"/>
        <pc:sldMkLst>
          <pc:docMk/>
          <pc:sldMk cId="1226687234" sldId="5290"/>
        </pc:sldMkLst>
        <pc:graphicFrameChg chg="add del mod modGraphic">
          <ac:chgData name="Ashutosh Padhi" userId="S::ashutosh.padhi@inseegroup.onmicrosoft.com::0164c910-f0c0-434a-965d-5bc5ba8e0963" providerId="AD" clId="Web-{B5CB8B22-722B-0627-24F2-E33E2E8A0696}" dt="2026-01-06T03:32:14.231" v="349"/>
          <ac:graphicFrameMkLst>
            <pc:docMk/>
            <pc:sldMk cId="1226687234" sldId="5290"/>
            <ac:graphicFrameMk id="4" creationId="{5FAF05FA-5E67-6746-F35F-6FD7B7B979EE}"/>
          </ac:graphicFrameMkLst>
        </pc:graphicFrameChg>
        <pc:graphicFrameChg chg="add del mod modGraphic">
          <ac:chgData name="Ashutosh Padhi" userId="S::ashutosh.padhi@inseegroup.onmicrosoft.com::0164c910-f0c0-434a-965d-5bc5ba8e0963" providerId="AD" clId="Web-{B5CB8B22-722B-0627-24F2-E33E2E8A0696}" dt="2026-01-06T03:32:24.028" v="359"/>
          <ac:graphicFrameMkLst>
            <pc:docMk/>
            <pc:sldMk cId="1226687234" sldId="5290"/>
            <ac:graphicFrameMk id="5" creationId="{ED3263E3-8A0E-E2CE-05EC-0E5A3057109D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B5CB8B22-722B-0627-24F2-E33E2E8A0696}" dt="2026-01-06T02:07:56.927" v="41" actId="1076"/>
        <pc:sldMkLst>
          <pc:docMk/>
          <pc:sldMk cId="4163238611" sldId="5291"/>
        </pc:sldMkLst>
        <pc:picChg chg="add mod">
          <ac:chgData name="Ashutosh Padhi" userId="S::ashutosh.padhi@inseegroup.onmicrosoft.com::0164c910-f0c0-434a-965d-5bc5ba8e0963" providerId="AD" clId="Web-{B5CB8B22-722B-0627-24F2-E33E2E8A0696}" dt="2026-01-06T02:07:56.927" v="41" actId="1076"/>
          <ac:picMkLst>
            <pc:docMk/>
            <pc:sldMk cId="4163238611" sldId="5291"/>
            <ac:picMk id="4" creationId="{6DB246A3-EBD4-7252-AEC8-27E0CDAE69DF}"/>
          </ac:picMkLst>
        </pc:picChg>
        <pc:picChg chg="del">
          <ac:chgData name="Ashutosh Padhi" userId="S::ashutosh.padhi@inseegroup.onmicrosoft.com::0164c910-f0c0-434a-965d-5bc5ba8e0963" providerId="AD" clId="Web-{B5CB8B22-722B-0627-24F2-E33E2E8A0696}" dt="2026-01-06T02:06:35.864" v="32"/>
          <ac:picMkLst>
            <pc:docMk/>
            <pc:sldMk cId="4163238611" sldId="5291"/>
            <ac:picMk id="5" creationId="{CFC9EB1F-7CAE-28E4-7FD7-917B1090E7F4}"/>
          </ac:picMkLst>
        </pc:picChg>
      </pc:sldChg>
      <pc:sldChg chg="modSp">
        <pc:chgData name="Ashutosh Padhi" userId="S::ashutosh.padhi@inseegroup.onmicrosoft.com::0164c910-f0c0-434a-965d-5bc5ba8e0963" providerId="AD" clId="Web-{B5CB8B22-722B-0627-24F2-E33E2E8A0696}" dt="2026-01-06T02:09:40.724" v="129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B5CB8B22-722B-0627-24F2-E33E2E8A0696}" dt="2026-01-06T02:09:40.724" v="129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83CCC6DD-EC1F-445C-5323-893408C4E1C3}"/>
    <pc:docChg chg="modSld">
      <pc:chgData name="Ashutosh Padhi" userId="S::ashutosh.padhi@inseegroup.onmicrosoft.com::0164c910-f0c0-434a-965d-5bc5ba8e0963" providerId="AD" clId="Web-{83CCC6DD-EC1F-445C-5323-893408C4E1C3}" dt="2026-01-06T05:10:29.130" v="9"/>
      <pc:docMkLst>
        <pc:docMk/>
      </pc:docMkLst>
      <pc:sldChg chg="modSp">
        <pc:chgData name="Ashutosh Padhi" userId="S::ashutosh.padhi@inseegroup.onmicrosoft.com::0164c910-f0c0-434a-965d-5bc5ba8e0963" providerId="AD" clId="Web-{83CCC6DD-EC1F-445C-5323-893408C4E1C3}" dt="2026-01-06T05:09:54.973" v="1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83CCC6DD-EC1F-445C-5323-893408C4E1C3}" dt="2026-01-06T05:09:54.973" v="1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modSp">
        <pc:chgData name="Ashutosh Padhi" userId="S::ashutosh.padhi@inseegroup.onmicrosoft.com::0164c910-f0c0-434a-965d-5bc5ba8e0963" providerId="AD" clId="Web-{83CCC6DD-EC1F-445C-5323-893408C4E1C3}" dt="2026-01-06T05:10:29.130" v="9"/>
        <pc:sldMkLst>
          <pc:docMk/>
          <pc:sldMk cId="2863955415" sldId="6218"/>
        </pc:sldMkLst>
        <pc:graphicFrameChg chg="mod modGraphic">
          <ac:chgData name="Ashutosh Padhi" userId="S::ashutosh.padhi@inseegroup.onmicrosoft.com::0164c910-f0c0-434a-965d-5bc5ba8e0963" providerId="AD" clId="Web-{83CCC6DD-EC1F-445C-5323-893408C4E1C3}" dt="2026-01-06T05:10:29.130" v="9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855_A97FD3AC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84A_AAB47DD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07-Dec to 13-Dec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indg-app-dev-001</c:v>
                </c:pt>
                <c:pt idx="1">
                  <c:v>indg-app-prod-001</c:v>
                </c:pt>
                <c:pt idx="2">
                  <c:v>indg-platform-connectivity-prod- 001</c:v>
                </c:pt>
                <c:pt idx="3">
                  <c:v>indg-infrastructure-archive-001</c:v>
                </c:pt>
              </c:strCache>
            </c:strRef>
          </c:cat>
          <c:val>
            <c:numRef>
              <c:f>Sheet1!$B$2:$B$5</c:f>
              <c:numCache>
                <c:formatCode>"$"#,##0.00_);[Red]\("$"#,##0.00\)</c:formatCode>
                <c:ptCount val="4"/>
                <c:pt idx="0">
                  <c:v>139.97999999999999</c:v>
                </c:pt>
                <c:pt idx="1">
                  <c:v>366.91</c:v>
                </c:pt>
                <c:pt idx="2">
                  <c:v>260.72000000000003</c:v>
                </c:pt>
                <c:pt idx="3">
                  <c:v>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79-4FBD-88F1-CE9F66E449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14-Dec to 20-Dec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indg-app-dev-001</c:v>
                </c:pt>
                <c:pt idx="1">
                  <c:v>indg-app-prod-001</c:v>
                </c:pt>
                <c:pt idx="2">
                  <c:v>indg-platform-connectivity-prod- 001</c:v>
                </c:pt>
                <c:pt idx="3">
                  <c:v>indg-infrastructure-archive-001</c:v>
                </c:pt>
              </c:strCache>
            </c:strRef>
          </c:cat>
          <c:val>
            <c:numRef>
              <c:f>Sheet1!$C$2:$C$5</c:f>
              <c:numCache>
                <c:formatCode>"$"#,##0.00_);[Red]\("$"#,##0.00\)</c:formatCode>
                <c:ptCount val="4"/>
                <c:pt idx="0">
                  <c:v>140.41</c:v>
                </c:pt>
                <c:pt idx="1">
                  <c:v>368.25</c:v>
                </c:pt>
                <c:pt idx="2">
                  <c:v>268.42</c:v>
                </c:pt>
                <c:pt idx="3">
                  <c:v>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79-4FBD-88F1-CE9F66E449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21-Dec to 27-Dec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indg-app-dev-001</c:v>
                </c:pt>
                <c:pt idx="1">
                  <c:v>indg-app-prod-001</c:v>
                </c:pt>
                <c:pt idx="2">
                  <c:v>indg-platform-connectivity-prod- 001</c:v>
                </c:pt>
                <c:pt idx="3">
                  <c:v>indg-infrastructure-archive-001</c:v>
                </c:pt>
              </c:strCache>
            </c:strRef>
          </c:cat>
          <c:val>
            <c:numRef>
              <c:f>Sheet1!$D$2:$D$5</c:f>
              <c:numCache>
                <c:formatCode>"$"#,##0.00_);[Red]\("$"#,##0.00\)</c:formatCode>
                <c:ptCount val="4"/>
                <c:pt idx="0">
                  <c:v>139.88999999999999</c:v>
                </c:pt>
                <c:pt idx="1">
                  <c:v>366.33</c:v>
                </c:pt>
                <c:pt idx="2">
                  <c:v>259.72000000000003</c:v>
                </c:pt>
                <c:pt idx="3">
                  <c:v>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79-4FBD-88F1-CE9F66E449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62746271"/>
        <c:axId val="1262742911"/>
      </c:barChart>
      <c:catAx>
        <c:axId val="1262746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2742911"/>
        <c:crosses val="autoZero"/>
        <c:auto val="1"/>
        <c:lblAlgn val="ctr"/>
        <c:lblOffset val="100"/>
        <c:noMultiLvlLbl val="0"/>
      </c:catAx>
      <c:valAx>
        <c:axId val="1262742911"/>
        <c:scaling>
          <c:orientation val="minMax"/>
          <c:max val="4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2746271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661617384322609E-2"/>
          <c:y val="5.254205877158287E-2"/>
          <c:w val="0.92810663075650801"/>
          <c:h val="0.733535946785672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07-Dec to 13-Dec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5.5598872087134314E-3"/>
                  <c:y val="7.8980688910613769E-3"/>
                </c:manualLayout>
              </c:layout>
              <c:tx>
                <c:rich>
                  <a:bodyPr/>
                  <a:lstStyle/>
                  <a:p>
                    <a:fld id="{7843AE2A-E293-4768-9B87-80F4B3301936}" type="VALUE">
                      <a:rPr lang="en-US" sz="1100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AA2-4EB2-BF20-B11636F5D4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Smart Silo </c:v>
                </c:pt>
                <c:pt idx="1">
                  <c:v>Transporter Portal </c:v>
                </c:pt>
                <c:pt idx="2">
                  <c:v>Safety Passport </c:v>
                </c:pt>
                <c:pt idx="3">
                  <c:v>Corporate Websites </c:v>
                </c:pt>
                <c:pt idx="4">
                  <c:v>SharePoint Automation </c:v>
                </c:pt>
                <c:pt idx="5">
                  <c:v>ISO SLA </c:v>
                </c:pt>
              </c:strCache>
            </c:strRef>
          </c:cat>
          <c:val>
            <c:numRef>
              <c:f>Sheet1!$B$2:$B$7</c:f>
              <c:numCache>
                <c:formatCode>"$"#,##0.00_);[Red]\("$"#,##0.00\)</c:formatCode>
                <c:ptCount val="6"/>
                <c:pt idx="0">
                  <c:v>82.49</c:v>
                </c:pt>
                <c:pt idx="1">
                  <c:v>71.739999999999995</c:v>
                </c:pt>
                <c:pt idx="2">
                  <c:v>269.38</c:v>
                </c:pt>
                <c:pt idx="3">
                  <c:v>46.5</c:v>
                </c:pt>
                <c:pt idx="4">
                  <c:v>17.14</c:v>
                </c:pt>
                <c:pt idx="5">
                  <c:v>17.14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A1-499E-9EA6-9D40E38F08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14-Dec to 20-Dec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1.1119774417427516E-3"/>
                  <c:y val="1.1847103336592056E-2"/>
                </c:manualLayout>
              </c:layout>
              <c:tx>
                <c:rich>
                  <a:bodyPr/>
                  <a:lstStyle/>
                  <a:p>
                    <a:fld id="{2136AB65-E4A9-47FB-81D4-7C116E43818F}" type="VALUE">
                      <a:rPr lang="en-US" sz="1100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AA2-4EB2-BF20-B11636F5D4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Smart Silo </c:v>
                </c:pt>
                <c:pt idx="1">
                  <c:v>Transporter Portal </c:v>
                </c:pt>
                <c:pt idx="2">
                  <c:v>Safety Passport </c:v>
                </c:pt>
                <c:pt idx="3">
                  <c:v>Corporate Websites </c:v>
                </c:pt>
                <c:pt idx="4">
                  <c:v>SharePoint Automation </c:v>
                </c:pt>
                <c:pt idx="5">
                  <c:v>ISO SLA </c:v>
                </c:pt>
              </c:strCache>
            </c:strRef>
          </c:cat>
          <c:val>
            <c:numRef>
              <c:f>Sheet1!$C$2:$C$7</c:f>
              <c:numCache>
                <c:formatCode>"$"#,##0.00_);[Red]\("$"#,##0.00\)</c:formatCode>
                <c:ptCount val="6"/>
                <c:pt idx="0">
                  <c:v>82.51</c:v>
                </c:pt>
                <c:pt idx="1">
                  <c:v>71.81</c:v>
                </c:pt>
                <c:pt idx="2">
                  <c:v>273.01</c:v>
                </c:pt>
                <c:pt idx="3">
                  <c:v>47.62</c:v>
                </c:pt>
                <c:pt idx="4">
                  <c:v>17.14</c:v>
                </c:pt>
                <c:pt idx="5">
                  <c:v>17.14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A1-499E-9EA6-9D40E38F08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21-Dec to 27-Dec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2.2239548834853402E-3"/>
                  <c:y val="1.579613778212275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DB841BEE-43D4-45BC-B20B-8017E88E0513}" type="VALUE">
                      <a:rPr lang="en-US" sz="1100"/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BA1-499E-9EA6-9D40E38F08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Smart Silo </c:v>
                </c:pt>
                <c:pt idx="1">
                  <c:v>Transporter Portal </c:v>
                </c:pt>
                <c:pt idx="2">
                  <c:v>Safety Passport </c:v>
                </c:pt>
                <c:pt idx="3">
                  <c:v>Corporate Websites </c:v>
                </c:pt>
                <c:pt idx="4">
                  <c:v>SharePoint Automation </c:v>
                </c:pt>
                <c:pt idx="5">
                  <c:v>ISO SLA </c:v>
                </c:pt>
              </c:strCache>
            </c:strRef>
          </c:cat>
          <c:val>
            <c:numRef>
              <c:f>Sheet1!$D$2:$D$7</c:f>
              <c:numCache>
                <c:formatCode>"$"#,##0.00_);[Red]\("$"#,##0.00\)</c:formatCode>
                <c:ptCount val="6"/>
                <c:pt idx="0">
                  <c:v>82.49</c:v>
                </c:pt>
                <c:pt idx="1">
                  <c:v>71.72</c:v>
                </c:pt>
                <c:pt idx="2">
                  <c:v>272.94</c:v>
                </c:pt>
                <c:pt idx="3">
                  <c:v>45.69</c:v>
                </c:pt>
                <c:pt idx="4">
                  <c:v>17.14</c:v>
                </c:pt>
                <c:pt idx="5">
                  <c:v>17.14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BA1-499E-9EA6-9D40E38F082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72"/>
        <c:overlap val="-50"/>
        <c:axId val="1474629887"/>
        <c:axId val="1474620287"/>
      </c:barChart>
      <c:catAx>
        <c:axId val="1474629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4620287"/>
        <c:crosses val="autoZero"/>
        <c:auto val="1"/>
        <c:lblAlgn val="ctr"/>
        <c:lblOffset val="100"/>
        <c:noMultiLvlLbl val="0"/>
      </c:catAx>
      <c:valAx>
        <c:axId val="1474620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4629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3417C-1596-4455-9FB6-5300FB06C86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A8143-EB37-4501-BFAA-A63B0B4FE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08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95401D-9D8E-4E25-990D-3F7F5AE12B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586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6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7D405-6F7E-6533-7E1A-E39EFED46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B0A66-D3CD-1B76-50C8-8032F906E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1D4E4-6049-94D0-902C-05C31E9CA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7D868-C822-D3E9-15E8-A2280DFC9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26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42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89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74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9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5717C-274C-D313-0783-B282DD9AF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695F0-DADA-2E0E-F160-344200BBF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62879-B181-5E67-86D3-A6D6A17F1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D97DB-F276-27C0-3E28-3303CF2F9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25BC2-3CF5-8277-8295-0188F9F2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5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4250-1148-4CA3-A971-2DB0A328A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67894-B757-0294-2C50-66980649C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0D73F-1F3F-3ADF-6DFB-F12335BBD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1E0D8-7C67-618A-2AF2-27B4CA281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1C3C7-1C6A-6057-3CAC-53B52F76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9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E20F-C815-EB12-70DD-428DABC6E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8C521-C3C1-7AB2-7B2C-09C64EEF8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644CF-84C5-0BC7-424F-2C317221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6E606-68F8-A326-AAE3-3E6E8DC5C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D2C13-7C16-73AF-B35A-57A775F0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2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FB35-93F3-5C34-7897-B1BC18B0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9FBEC-C945-003B-5788-7DE14B941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EB558-8353-187A-98AA-9E4C4641B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457D1-FD01-1D29-024E-80C98CF28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EF160-FF84-4296-C66A-8ACF77684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32B20-31DF-6242-FEDC-CF180B58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8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E29F9-443F-561C-80B9-E4485A36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DB550-66C3-296A-4249-71933BCD7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FE6C3-4D6E-F950-FD7E-6AC36B57E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8D000-11F5-09FC-F8EC-91DAB452E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0D6AEC-C51A-307F-1B55-2F7D86102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FE7AEB-C3B8-1995-EB0E-E6ACBBEB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D3E6A-1553-4779-E9EE-F1DE57CFF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A84052-8D2C-04AE-9522-3C2D16DC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01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BF9A-D032-59A2-4B54-EA4D24D05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592A9-F618-4130-CD3D-7E61F36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2E2EA-8058-313C-6941-426DA90A6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4032F9-2972-F3A2-5EDA-91D0ED68D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F76D0-BD65-8C89-F904-1317E6AD1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7ED184-36A9-4DF2-A483-4E96BDA1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2C7E1-D845-799F-1111-1348CC37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0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C2D90-A8E5-9D07-3E07-F326956E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A1C5B-B33C-F88D-347E-0DF98657B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62E2E-9B57-7EA0-B65C-4E938C379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F0A36-21F1-7583-B84D-1FFD5F024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17DF0-7E57-0D96-EBAB-2D0A6997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574AE-6142-398B-69FD-6AEC5364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01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86F1B-D963-358F-F915-1A1935786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48E7A4-41F0-E05B-41BE-7E7A6A82A9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A1030-EB16-D104-64CF-18499E829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4DBA-6077-7C2A-992C-EEAA98F53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9E4B8-05CE-E69D-7504-2E1384ED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4B3F9-B9FD-D742-656B-47D4ED83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84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D52F-EE5C-C794-2C56-B71C0C32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085F4-C6D1-A9A6-4795-E044EFBB5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F69F9-1023-1469-CC81-B2757DA0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D4521-BF10-09CB-9D4E-FB59F344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B8026-C08A-C9D3-DCA8-6F58E95E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40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8A4AAD-5C3D-D770-155D-DA1525A3B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4FE6CF-94EC-D85F-2AAA-5ABFECEA5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1AB01-8178-52FA-47F3-DA45A99B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90832-22DF-89C3-B011-84770E723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102AD-4C0B-9ACB-42B8-9F6A9307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84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048000"/>
            <a:ext cx="9956800" cy="8382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970617" y="2363789"/>
            <a:ext cx="8574616" cy="530225"/>
          </a:xfrm>
          <a:ln w="50800">
            <a:solidFill>
              <a:srgbClr val="FF0000"/>
            </a:solidFill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3733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40" y="1498601"/>
            <a:ext cx="1913515" cy="71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6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"/>
          <p:cNvSpPr/>
          <p:nvPr>
            <p:custDataLst>
              <p:tags r:id="rId1"/>
            </p:custDataLst>
          </p:nvPr>
        </p:nvSpPr>
        <p:spPr>
          <a:xfrm>
            <a:off x="0" y="1712384"/>
            <a:ext cx="12192000" cy="1143000"/>
          </a:xfrm>
          <a:prstGeom prst="rect">
            <a:avLst/>
          </a:prstGeom>
          <a:solidFill>
            <a:srgbClr val="FF1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16000" y="2362201"/>
            <a:ext cx="9956800" cy="4191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56217" y="1831977"/>
            <a:ext cx="8574616" cy="530225"/>
          </a:xfrm>
          <a:ln w="50800">
            <a:noFill/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42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2854800"/>
            <a:ext cx="12192000" cy="4003200"/>
          </a:xfrm>
        </p:spPr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29" y="850741"/>
            <a:ext cx="2002369" cy="74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625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>
              <a:defRPr sz="1067"/>
            </a:lvl1pPr>
          </a:lstStyle>
          <a:p>
            <a:pPr>
              <a:defRPr/>
            </a:pPr>
            <a:fld id="{38228666-3C56-4E2A-BB13-C98D022F6BF6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280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74918-9E7F-4C6F-BA9C-583D707EC1E7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675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5220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9453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F223-6F06-4E59-BDF4-E4CB962EB0F5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525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5482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3394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30480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half" idx="12"/>
          </p:nvPr>
        </p:nvSpPr>
        <p:spPr>
          <a:xfrm>
            <a:off x="611632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half" idx="13"/>
          </p:nvPr>
        </p:nvSpPr>
        <p:spPr>
          <a:xfrm>
            <a:off x="586742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Content Placeholder 7"/>
          <p:cNvSpPr>
            <a:spLocks noGrp="1"/>
          </p:cNvSpPr>
          <p:nvPr>
            <p:ph sz="half" idx="14"/>
          </p:nvPr>
        </p:nvSpPr>
        <p:spPr>
          <a:xfrm>
            <a:off x="6358891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idx="1"/>
          </p:nvPr>
        </p:nvSpPr>
        <p:spPr>
          <a:xfrm>
            <a:off x="30480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idx="15"/>
          </p:nvPr>
        </p:nvSpPr>
        <p:spPr>
          <a:xfrm>
            <a:off x="611632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23"/>
          <p:cNvSpPr>
            <a:spLocks noGrp="1" noChangeArrowheads="1"/>
          </p:cNvSpPr>
          <p:nvPr>
            <p:ph type="dt" sz="half" idx="16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F2624-E17F-4AC4-80A8-C12F171F3F83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533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7"/>
            <a:ext cx="115824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35113"/>
            <a:ext cx="548640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174875"/>
            <a:ext cx="5486400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4401" y="1535113"/>
            <a:ext cx="5892799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4401" y="2174875"/>
            <a:ext cx="589279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1A24E6-B949-4329-9721-7C594DD917F6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184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3A1A8-2EEA-44A7-9F46-0D1E916874C4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377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5573D-2BBF-4A4A-A6D0-442E7FBEBCE5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2558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C81AD6-F575-4C74-B0AA-39D1A87B3CC0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2509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494FD-A092-4AE3-ABAE-9A01AB120569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502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3282E-8445-40EC-87D3-08CF1F773B9C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6455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5000" y="414339"/>
            <a:ext cx="2525184" cy="5408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5219" y="414339"/>
            <a:ext cx="7376583" cy="5408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1C98A-B36C-4EFB-8D10-15805FE22FE4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6611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buClr>
                <a:srgbClr val="FF0000"/>
              </a:buClr>
              <a:defRPr/>
            </a:pPr>
            <a:fld id="{2485B633-6863-4B84-8019-F125347A66EC}" type="slidenum">
              <a:rPr lang="en-GB" smtClean="0">
                <a:cs typeface="Arial" panose="020B0604020202020204" pitchFamily="34" charset="0"/>
              </a:rPr>
              <a:pPr defTabSz="1219170" fontAlgn="base">
                <a:buClr>
                  <a:srgbClr val="FF0000"/>
                </a:buClr>
                <a:defRPr/>
              </a:pPr>
              <a:t>‹#›</a:t>
            </a:fld>
            <a:endParaRPr lang="en-GB">
              <a:cs typeface="Arial" panose="020B0604020202020204" pitchFamily="34" charset="0"/>
            </a:endParaRPr>
          </a:p>
        </p:txBody>
      </p:sp>
      <p:sp>
        <p:nvSpPr>
          <p:cNvPr id="4" name="Content Placeholder"/>
          <p:cNvSpPr>
            <a:spLocks noGrp="1"/>
          </p:cNvSpPr>
          <p:nvPr>
            <p:ph sz="quarter" idx="14"/>
          </p:nvPr>
        </p:nvSpPr>
        <p:spPr>
          <a:xfrm>
            <a:off x="689710" y="1124743"/>
            <a:ext cx="10812583" cy="51125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pyright (for compat purpose)" hidden="1"/>
          <p:cNvSpPr txBox="1"/>
          <p:nvPr userDrawn="1">
            <p:custDataLst>
              <p:tags r:id="rId1"/>
            </p:custDataLst>
          </p:nvPr>
        </p:nvSpPr>
        <p:spPr>
          <a:xfrm>
            <a:off x="4500746" y="8937901"/>
            <a:ext cx="3722260" cy="112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3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802262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048000"/>
            <a:ext cx="9956800" cy="8382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970617" y="2363789"/>
            <a:ext cx="8574616" cy="530225"/>
          </a:xfrm>
          <a:ln w="50800">
            <a:solidFill>
              <a:srgbClr val="FF0000"/>
            </a:solidFill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3733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40" y="1498601"/>
            <a:ext cx="1913515" cy="71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099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"/>
          <p:cNvSpPr/>
          <p:nvPr>
            <p:custDataLst>
              <p:tags r:id="rId1"/>
            </p:custDataLst>
          </p:nvPr>
        </p:nvSpPr>
        <p:spPr>
          <a:xfrm>
            <a:off x="0" y="1712384"/>
            <a:ext cx="12192000" cy="1143000"/>
          </a:xfrm>
          <a:prstGeom prst="rect">
            <a:avLst/>
          </a:prstGeom>
          <a:solidFill>
            <a:srgbClr val="FF1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16000" y="2362201"/>
            <a:ext cx="9956800" cy="4191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56217" y="1831977"/>
            <a:ext cx="8574616" cy="530225"/>
          </a:xfrm>
          <a:ln w="50800">
            <a:noFill/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42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2854800"/>
            <a:ext cx="12192000" cy="4003200"/>
          </a:xfrm>
        </p:spPr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29" y="850741"/>
            <a:ext cx="2002369" cy="74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92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>
              <a:defRPr sz="1067"/>
            </a:lvl1pPr>
          </a:lstStyle>
          <a:p>
            <a:pPr>
              <a:defRPr/>
            </a:pPr>
            <a:fld id="{DBD874DD-6B4C-4304-A46D-63A1EC9785B4}" type="datetime1">
              <a:rPr lang="en-GB" smtClean="0"/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8810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ED1AD-C20F-41E2-8006-1DE1763FA6D4}" type="datetime1">
              <a:rPr lang="en-GB" smtClean="0"/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22717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5220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9453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686574-B733-43AB-921A-036081D89ADC}" type="datetime1">
              <a:rPr lang="en-GB" smtClean="0"/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6786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5482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3394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30480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half" idx="12"/>
          </p:nvPr>
        </p:nvSpPr>
        <p:spPr>
          <a:xfrm>
            <a:off x="611632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half" idx="13"/>
          </p:nvPr>
        </p:nvSpPr>
        <p:spPr>
          <a:xfrm>
            <a:off x="586742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Content Placeholder 7"/>
          <p:cNvSpPr>
            <a:spLocks noGrp="1"/>
          </p:cNvSpPr>
          <p:nvPr>
            <p:ph sz="half" idx="14"/>
          </p:nvPr>
        </p:nvSpPr>
        <p:spPr>
          <a:xfrm>
            <a:off x="6358891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idx="1"/>
          </p:nvPr>
        </p:nvSpPr>
        <p:spPr>
          <a:xfrm>
            <a:off x="30480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idx="15"/>
          </p:nvPr>
        </p:nvSpPr>
        <p:spPr>
          <a:xfrm>
            <a:off x="611632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23"/>
          <p:cNvSpPr>
            <a:spLocks noGrp="1" noChangeArrowheads="1"/>
          </p:cNvSpPr>
          <p:nvPr>
            <p:ph type="dt" sz="half" idx="16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DCC54-8AE9-4E1A-A7BF-40AD52427C35}" type="datetime1">
              <a:rPr lang="en-GB" smtClean="0"/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1165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7"/>
            <a:ext cx="115824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35113"/>
            <a:ext cx="548640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174875"/>
            <a:ext cx="5486400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4401" y="1535113"/>
            <a:ext cx="5892799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4401" y="2174875"/>
            <a:ext cx="589279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D2D3E8-0CC8-460B-9ABA-00A98E793133}" type="datetime1">
              <a:rPr lang="en-GB" smtClean="0"/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477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E74B5-31CF-4825-9E51-4A3C23E71608}" type="datetime1">
              <a:rPr lang="en-GB" smtClean="0"/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0000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EAC913-BC33-4DE8-A94D-F949FDC30929}" type="datetime1">
              <a:rPr lang="en-GB" smtClean="0"/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1084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0C318D-4E5D-4084-8541-C1CE69AC95A5}" type="datetime1">
              <a:rPr lang="en-GB" smtClean="0"/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8007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1E0706-C575-4289-97EF-CB77FB9118D7}" type="datetime1">
              <a:rPr lang="en-GB" smtClean="0"/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8200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330EB-1CAE-4C08-906E-99DCBA72717F}" type="datetime1">
              <a:rPr lang="en-GB" smtClean="0"/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8300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5000" y="414339"/>
            <a:ext cx="2525184" cy="5408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5219" y="414339"/>
            <a:ext cx="7376583" cy="5408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9BDC3-1347-4689-B4EB-228B7A1E2042}" type="datetime1">
              <a:rPr lang="en-GB" smtClean="0"/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1646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3490AD-049D-A244-B0E8-962BF14DA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79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A4E631E-1EDB-524A-B6ED-0FAF4824D902}"/>
              </a:ext>
            </a:extLst>
          </p:cNvPr>
          <p:cNvSpPr/>
          <p:nvPr userDrawn="1"/>
        </p:nvSpPr>
        <p:spPr>
          <a:xfrm>
            <a:off x="0" y="0"/>
            <a:ext cx="1842247" cy="15525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3276B3A-1F0B-A746-899C-F8C2E8801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50" y="457200"/>
            <a:ext cx="6812530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1EB4A9-77AF-DF4A-91E3-0ED3274588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371600"/>
            <a:ext cx="6756150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r>
              <a:rPr lang="en-US" err="1"/>
              <a:t>dolors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AC9418-60D2-6E4D-B250-DA39F17941C5}"/>
              </a:ext>
            </a:extLst>
          </p:cNvPr>
          <p:cNvSpPr/>
          <p:nvPr userDrawn="1"/>
        </p:nvSpPr>
        <p:spPr>
          <a:xfrm>
            <a:off x="11525250" y="6286500"/>
            <a:ext cx="4572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Holder 5">
            <a:extLst>
              <a:ext uri="{FF2B5EF4-FFF2-40B4-BE49-F238E27FC236}">
                <a16:creationId xmlns:a16="http://schemas.microsoft.com/office/drawing/2014/main" id="{BF0C27AE-3C77-3946-A3FB-FAF0158F5AC5}"/>
              </a:ext>
            </a:extLst>
          </p:cNvPr>
          <p:cNvSpPr txBox="1">
            <a:spLocks/>
          </p:cNvSpPr>
          <p:nvPr userDrawn="1"/>
        </p:nvSpPr>
        <p:spPr>
          <a:xfrm>
            <a:off x="11438516" y="6343650"/>
            <a:ext cx="654404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05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05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6CCFDB-874E-F54A-A1BB-7984383E6FC2}"/>
              </a:ext>
            </a:extLst>
          </p:cNvPr>
          <p:cNvGrpSpPr/>
          <p:nvPr userDrawn="1"/>
        </p:nvGrpSpPr>
        <p:grpSpPr>
          <a:xfrm>
            <a:off x="7581901" y="1028701"/>
            <a:ext cx="4612877" cy="3814934"/>
            <a:chOff x="10032998" y="1581147"/>
            <a:chExt cx="6225676" cy="5010153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9B0CB6AE-DB9B-E645-9299-4DF9BC6D55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>
              <a:off x="10109200" y="1661003"/>
              <a:ext cx="6149474" cy="4930297"/>
            </a:xfrm>
            <a:prstGeom prst="rect">
              <a:avLst/>
            </a:prstGeom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EE0C21-20EA-904E-8B79-325B55FC9C3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032998" y="1581147"/>
              <a:ext cx="218748" cy="212755"/>
            </a:xfrm>
            <a:prstGeom prst="ellipse">
              <a:avLst/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35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4A9E719-6995-42D8-B7C5-CF6B0386CD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 flipV="1">
            <a:off x="0" y="5734707"/>
            <a:ext cx="1123293" cy="112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488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9ABFA2-D0C3-8642-AE74-0B5672AEB43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object 19">
            <a:extLst>
              <a:ext uri="{FF2B5EF4-FFF2-40B4-BE49-F238E27FC236}">
                <a16:creationId xmlns:a16="http://schemas.microsoft.com/office/drawing/2014/main" id="{A68A33D3-A39D-714C-BBA1-B97C508A10B0}"/>
              </a:ext>
            </a:extLst>
          </p:cNvPr>
          <p:cNvSpPr txBox="1"/>
          <p:nvPr/>
        </p:nvSpPr>
        <p:spPr>
          <a:xfrm>
            <a:off x="540000" y="6374701"/>
            <a:ext cx="3043238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sz="900">
                <a:solidFill>
                  <a:srgbClr val="A3A3A3"/>
                </a:solidFill>
                <a:latin typeface="Arial"/>
                <a:cs typeface="Arial"/>
              </a:rPr>
              <a:t>© 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201</a:t>
            </a:r>
            <a:r>
              <a:rPr lang="en-US" sz="900" spc="-4">
                <a:solidFill>
                  <a:srgbClr val="A3A3A3"/>
                </a:solidFill>
                <a:latin typeface="Arial"/>
                <a:cs typeface="Arial"/>
              </a:rPr>
              <a:t>9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 NIIT </a:t>
            </a:r>
            <a:r>
              <a:rPr sz="900" spc="-15">
                <a:solidFill>
                  <a:srgbClr val="A3A3A3"/>
                </a:solidFill>
                <a:latin typeface="Arial"/>
                <a:cs typeface="Arial"/>
              </a:rPr>
              <a:t>Technologies </a:t>
            </a:r>
            <a:r>
              <a:rPr sz="900">
                <a:solidFill>
                  <a:srgbClr val="A3A3A3"/>
                </a:solidFill>
                <a:latin typeface="Arial"/>
                <a:cs typeface="Arial"/>
              </a:rPr>
              <a:t>| 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www.niit-tech.com </a:t>
            </a:r>
            <a:r>
              <a:rPr sz="900">
                <a:solidFill>
                  <a:srgbClr val="A3A3A3"/>
                </a:solidFill>
                <a:latin typeface="Arial"/>
                <a:cs typeface="Arial"/>
              </a:rPr>
              <a:t>|</a:t>
            </a:r>
            <a:r>
              <a:rPr sz="900" spc="-34">
                <a:solidFill>
                  <a:srgbClr val="A3A3A3"/>
                </a:solidFill>
                <a:latin typeface="Arial"/>
                <a:cs typeface="Arial"/>
              </a:rPr>
              <a:t> 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Confidential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A8F91E6D-ED65-FC41-A446-127597D7469F}"/>
              </a:ext>
            </a:extLst>
          </p:cNvPr>
          <p:cNvSpPr/>
          <p:nvPr/>
        </p:nvSpPr>
        <p:spPr>
          <a:xfrm>
            <a:off x="11144620" y="6076140"/>
            <a:ext cx="779621" cy="779621"/>
          </a:xfrm>
          <a:custGeom>
            <a:avLst/>
            <a:gdLst/>
            <a:ahLst/>
            <a:cxnLst/>
            <a:rect l="l" t="t" r="r" b="b"/>
            <a:pathLst>
              <a:path w="1039494" h="1039495">
                <a:moveTo>
                  <a:pt x="1039291" y="0"/>
                </a:moveTo>
                <a:lnTo>
                  <a:pt x="0" y="1039304"/>
                </a:lnTo>
                <a:lnTo>
                  <a:pt x="1039291" y="1039304"/>
                </a:lnTo>
                <a:lnTo>
                  <a:pt x="1039291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Holder 5">
            <a:extLst>
              <a:ext uri="{FF2B5EF4-FFF2-40B4-BE49-F238E27FC236}">
                <a16:creationId xmlns:a16="http://schemas.microsoft.com/office/drawing/2014/main" id="{37D768D8-7494-9E44-82EC-2CA4A6306CF0}"/>
              </a:ext>
            </a:extLst>
          </p:cNvPr>
          <p:cNvSpPr txBox="1">
            <a:spLocks/>
          </p:cNvSpPr>
          <p:nvPr/>
        </p:nvSpPr>
        <p:spPr>
          <a:xfrm>
            <a:off x="11125200" y="6498772"/>
            <a:ext cx="689610" cy="3429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GB" sz="1500" smtClean="0"/>
              <a:pPr/>
              <a:t>‹#›</a:t>
            </a:fld>
            <a:endParaRPr lang="en-GB" sz="150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AE001B2-7A3B-C749-A678-933E4EF5D0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1" y="540000"/>
            <a:ext cx="5556000" cy="431550"/>
          </a:xfrm>
          <a:prstGeom prst="rect">
            <a:avLst/>
          </a:prstGeom>
        </p:spPr>
        <p:txBody>
          <a:bodyPr lIns="0" tIns="0" rIns="0" bIns="0"/>
          <a:lstStyle>
            <a:lvl1pPr>
              <a:defRPr sz="3150" b="1">
                <a:solidFill>
                  <a:srgbClr val="09225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BCD6F665-C842-2C4B-89CF-9ACF2BCEF8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00" y="1107000"/>
            <a:ext cx="5265000" cy="1998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0" anchor="ctr" anchorCtr="0"/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246874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5A32-BF2B-417A-8661-C8EC46C9F3FD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4122E-A4C0-42AA-8363-C0F0C491C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728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048000"/>
            <a:ext cx="9956800" cy="8382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970617" y="2363789"/>
            <a:ext cx="8574616" cy="530225"/>
          </a:xfrm>
          <a:ln w="50800">
            <a:solidFill>
              <a:srgbClr val="FF0000"/>
            </a:solidFill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3733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40" y="1498601"/>
            <a:ext cx="1913515" cy="71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852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"/>
          <p:cNvSpPr/>
          <p:nvPr>
            <p:custDataLst>
              <p:tags r:id="rId1"/>
            </p:custDataLst>
          </p:nvPr>
        </p:nvSpPr>
        <p:spPr>
          <a:xfrm>
            <a:off x="0" y="1712384"/>
            <a:ext cx="12192000" cy="1143000"/>
          </a:xfrm>
          <a:prstGeom prst="rect">
            <a:avLst/>
          </a:prstGeom>
          <a:solidFill>
            <a:srgbClr val="FF1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16000" y="2362201"/>
            <a:ext cx="9956800" cy="4191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56217" y="1831977"/>
            <a:ext cx="8574616" cy="530225"/>
          </a:xfrm>
          <a:ln w="50800">
            <a:noFill/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42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2854800"/>
            <a:ext cx="12192000" cy="4003200"/>
          </a:xfrm>
        </p:spPr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29" y="850741"/>
            <a:ext cx="2002369" cy="74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9135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974036"/>
            <a:ext cx="11605684" cy="4840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>
              <a:defRPr sz="1067"/>
            </a:lvl1pPr>
          </a:lstStyle>
          <a:p>
            <a:pPr>
              <a:defRPr/>
            </a:pPr>
            <a:fld id="{38228666-3C56-4E2A-BB13-C98D022F6BF6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2106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74918-9E7F-4C6F-BA9C-583D707EC1E7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823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5220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9453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F223-6F06-4E59-BDF4-E4CB962EB0F5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8079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5482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3394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30480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half" idx="12"/>
          </p:nvPr>
        </p:nvSpPr>
        <p:spPr>
          <a:xfrm>
            <a:off x="611632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half" idx="13"/>
          </p:nvPr>
        </p:nvSpPr>
        <p:spPr>
          <a:xfrm>
            <a:off x="586742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Content Placeholder 7"/>
          <p:cNvSpPr>
            <a:spLocks noGrp="1"/>
          </p:cNvSpPr>
          <p:nvPr>
            <p:ph sz="half" idx="14"/>
          </p:nvPr>
        </p:nvSpPr>
        <p:spPr>
          <a:xfrm>
            <a:off x="6358891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idx="1"/>
          </p:nvPr>
        </p:nvSpPr>
        <p:spPr>
          <a:xfrm>
            <a:off x="30480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idx="15"/>
          </p:nvPr>
        </p:nvSpPr>
        <p:spPr>
          <a:xfrm>
            <a:off x="611632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23"/>
          <p:cNvSpPr>
            <a:spLocks noGrp="1" noChangeArrowheads="1"/>
          </p:cNvSpPr>
          <p:nvPr>
            <p:ph type="dt" sz="half" idx="16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F2624-E17F-4AC4-80A8-C12F171F3F83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905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7"/>
            <a:ext cx="115824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35113"/>
            <a:ext cx="548640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174875"/>
            <a:ext cx="5486400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4401" y="1535113"/>
            <a:ext cx="5892799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4401" y="2174875"/>
            <a:ext cx="589279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1A24E6-B949-4329-9721-7C594DD917F6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383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3A1A8-2EEA-44A7-9F46-0D1E916874C4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9315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5573D-2BBF-4A4A-A6D0-442E7FBEBCE5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9408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C81AD6-F575-4C74-B0AA-39D1A87B3CC0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7041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494FD-A092-4AE3-ABAE-9A01AB120569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4068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3282E-8445-40EC-87D3-08CF1F773B9C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3003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5000" y="414339"/>
            <a:ext cx="2525184" cy="5408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5219" y="414339"/>
            <a:ext cx="7376583" cy="5408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1C98A-B36C-4EFB-8D10-15805FE22FE4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82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image" Target="../media/image4.jpe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38482-F755-D09C-E7F5-E2F9CFA1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9729F-EFA3-F9AF-EC04-915030C51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D649-E5FA-868F-0290-11F6E46D3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22F82-77EF-49EF-AB74-C27C68E8D99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0EA0E-41DD-BD98-8C91-54D8E958A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25830-CE1F-F287-7F07-364469FC4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906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6917" y="414867"/>
            <a:ext cx="11580283" cy="49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049868"/>
            <a:ext cx="11605684" cy="476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11612034" y="6525684"/>
            <a:ext cx="37676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tIns="48000" rIns="48000" bIns="48000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FBE30C1F-7C2B-495B-90CB-5CF22CF24970}" type="slidenum">
              <a:rPr lang="de-DE" altLang="en-US" sz="1200" b="1" smtClean="0">
                <a:solidFill>
                  <a:srgbClr val="7F7F7F"/>
                </a:solidFill>
              </a:rPr>
              <a:pPr algn="r">
                <a:lnSpc>
                  <a:spcPct val="90000"/>
                </a:lnSpc>
                <a:defRPr/>
              </a:pPr>
              <a:t>‹#›</a:t>
            </a:fld>
            <a:endParaRPr lang="de-DE" altLang="en-US" sz="1200">
              <a:solidFill>
                <a:srgbClr val="7F7F7F"/>
              </a:solidFill>
            </a:endParaRP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42401" y="6553201"/>
            <a:ext cx="2349500" cy="25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067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87B25612-2E9F-4F70-97E3-E1680A464FCB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  <p:sp>
        <p:nvSpPr>
          <p:cNvPr id="1035" name="Text Box 29"/>
          <p:cNvSpPr txBox="1">
            <a:spLocks noChangeArrowheads="1"/>
          </p:cNvSpPr>
          <p:nvPr/>
        </p:nvSpPr>
        <p:spPr bwMode="auto">
          <a:xfrm>
            <a:off x="1830917" y="6548754"/>
            <a:ext cx="7313083" cy="2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cs typeface="+mn-cs"/>
              </a:rPr>
              <a:t>INSEE</a:t>
            </a:r>
            <a:r>
              <a:rPr lang="en-US" sz="1067" baseline="0">
                <a:cs typeface="+mn-cs"/>
              </a:rPr>
              <a:t> Digital </a:t>
            </a:r>
            <a:r>
              <a:rPr lang="en-US" sz="1067">
                <a:cs typeface="+mn-cs"/>
              </a:rPr>
              <a:t>Company Limited © | All Rights Reserved.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04800" y="914400"/>
            <a:ext cx="11514667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1C1D43F-A3FD-485D-A4F3-62BE34597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0"/>
          <a:stretch/>
        </p:blipFill>
        <p:spPr>
          <a:xfrm>
            <a:off x="156544" y="6233020"/>
            <a:ext cx="1708960" cy="55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44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87341" indent="-387341" algn="l" rtl="0" eaLnBrk="0" fontAlgn="base" hangingPunct="0">
        <a:spcBef>
          <a:spcPct val="20000"/>
        </a:spcBef>
        <a:spcAft>
          <a:spcPct val="30000"/>
        </a:spcAft>
        <a:buClr>
          <a:schemeClr val="accent1"/>
        </a:buClr>
        <a:buFont typeface="Times" panose="02020603050405020304" pitchFamily="18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61981" indent="-372524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60000"/>
        <a:buFont typeface="Webdings" panose="05030102010509060703" pitchFamily="18" charset="2"/>
        <a:buChar char="4"/>
        <a:defRPr sz="2933">
          <a:solidFill>
            <a:schemeClr val="tx1"/>
          </a:solidFill>
          <a:latin typeface="+mn-lt"/>
        </a:defRPr>
      </a:lvl2pPr>
      <a:lvl3pPr marL="1064657" indent="-3005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-"/>
        <a:defRPr sz="2667">
          <a:solidFill>
            <a:schemeClr val="tx1"/>
          </a:solidFill>
          <a:latin typeface="+mn-lt"/>
        </a:defRPr>
      </a:lvl3pPr>
      <a:lvl4pPr marL="2387540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defRPr sz="2667">
          <a:solidFill>
            <a:schemeClr val="tx1"/>
          </a:solidFill>
          <a:latin typeface="+mn-lt"/>
        </a:defRPr>
      </a:lvl4pPr>
      <a:lvl5pPr marL="2946326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5pPr>
      <a:lvl6pPr marL="355591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6pPr>
      <a:lvl7pPr marL="4165496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7pPr>
      <a:lvl8pPr marL="477508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8pPr>
      <a:lvl9pPr marL="5384665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6917" y="414867"/>
            <a:ext cx="11580283" cy="49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049868"/>
            <a:ext cx="11605684" cy="476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11612034" y="6525684"/>
            <a:ext cx="37676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tIns="48000" rIns="48000" bIns="48000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FBE30C1F-7C2B-495B-90CB-5CF22CF24970}" type="slidenum">
              <a:rPr lang="de-DE" altLang="en-US" sz="1200" b="1" smtClean="0">
                <a:solidFill>
                  <a:srgbClr val="7F7F7F"/>
                </a:solidFill>
              </a:rPr>
              <a:pPr algn="r">
                <a:lnSpc>
                  <a:spcPct val="90000"/>
                </a:lnSpc>
                <a:defRPr/>
              </a:pPr>
              <a:t>‹#›</a:t>
            </a:fld>
            <a:endParaRPr lang="de-DE" altLang="en-US" sz="1200">
              <a:solidFill>
                <a:srgbClr val="7F7F7F"/>
              </a:solidFill>
            </a:endParaRP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42401" y="6553201"/>
            <a:ext cx="2349500" cy="25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067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B4A88E00-13E9-40A5-BD26-CBC47269ED91}" type="datetime1">
              <a:rPr lang="en-GB" smtClean="0"/>
              <a:t>05/01/2026</a:t>
            </a:fld>
            <a:endParaRPr lang="en-GB"/>
          </a:p>
        </p:txBody>
      </p:sp>
      <p:sp>
        <p:nvSpPr>
          <p:cNvPr id="1035" name="Text Box 29"/>
          <p:cNvSpPr txBox="1">
            <a:spLocks noChangeArrowheads="1"/>
          </p:cNvSpPr>
          <p:nvPr/>
        </p:nvSpPr>
        <p:spPr bwMode="auto">
          <a:xfrm>
            <a:off x="1830917" y="6548754"/>
            <a:ext cx="7313083" cy="2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cs typeface="+mn-cs"/>
              </a:rPr>
              <a:t>INSEE</a:t>
            </a:r>
            <a:r>
              <a:rPr lang="en-US" sz="1067" baseline="0">
                <a:cs typeface="+mn-cs"/>
              </a:rPr>
              <a:t> Digital </a:t>
            </a:r>
            <a:r>
              <a:rPr lang="en-US" sz="1067">
                <a:cs typeface="+mn-cs"/>
              </a:rPr>
              <a:t>Company Limited © | All Rights Reserved.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04800" y="914400"/>
            <a:ext cx="11514667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1C1D43F-A3FD-485D-A4F3-62BE34597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0"/>
          <a:stretch/>
        </p:blipFill>
        <p:spPr>
          <a:xfrm>
            <a:off x="156544" y="6233020"/>
            <a:ext cx="1708960" cy="55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21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87341" indent="-387341" algn="l" rtl="0" eaLnBrk="0" fontAlgn="base" hangingPunct="0">
        <a:spcBef>
          <a:spcPct val="20000"/>
        </a:spcBef>
        <a:spcAft>
          <a:spcPct val="30000"/>
        </a:spcAft>
        <a:buClr>
          <a:schemeClr val="accent1"/>
        </a:buClr>
        <a:buFont typeface="Times" panose="02020603050405020304" pitchFamily="18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61981" indent="-372524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60000"/>
        <a:buFont typeface="Webdings" panose="05030102010509060703" pitchFamily="18" charset="2"/>
        <a:buChar char="4"/>
        <a:defRPr sz="2933">
          <a:solidFill>
            <a:schemeClr val="tx1"/>
          </a:solidFill>
          <a:latin typeface="+mn-lt"/>
        </a:defRPr>
      </a:lvl2pPr>
      <a:lvl3pPr marL="1064657" indent="-3005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-"/>
        <a:defRPr sz="2667">
          <a:solidFill>
            <a:schemeClr val="tx1"/>
          </a:solidFill>
          <a:latin typeface="+mn-lt"/>
        </a:defRPr>
      </a:lvl3pPr>
      <a:lvl4pPr marL="2387540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defRPr sz="2667">
          <a:solidFill>
            <a:schemeClr val="tx1"/>
          </a:solidFill>
          <a:latin typeface="+mn-lt"/>
        </a:defRPr>
      </a:lvl4pPr>
      <a:lvl5pPr marL="2946326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5pPr>
      <a:lvl6pPr marL="355591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6pPr>
      <a:lvl7pPr marL="4165496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7pPr>
      <a:lvl8pPr marL="477508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8pPr>
      <a:lvl9pPr marL="5384665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6917" y="156453"/>
            <a:ext cx="11580283" cy="49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049868"/>
            <a:ext cx="11605684" cy="476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11612034" y="6525684"/>
            <a:ext cx="37676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tIns="48000" rIns="48000" bIns="48000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FBE30C1F-7C2B-495B-90CB-5CF22CF24970}" type="slidenum">
              <a:rPr lang="de-DE" altLang="en-US" sz="1200" b="1" smtClean="0">
                <a:solidFill>
                  <a:srgbClr val="7F7F7F"/>
                </a:solidFill>
              </a:rPr>
              <a:pPr algn="r">
                <a:lnSpc>
                  <a:spcPct val="90000"/>
                </a:lnSpc>
                <a:defRPr/>
              </a:pPr>
              <a:t>‹#›</a:t>
            </a:fld>
            <a:endParaRPr lang="de-DE" altLang="en-US" sz="1200">
              <a:solidFill>
                <a:srgbClr val="7F7F7F"/>
              </a:solidFill>
            </a:endParaRP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42401" y="6553201"/>
            <a:ext cx="2349500" cy="25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067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87B25612-2E9F-4F70-97E3-E1680A464FCB}" type="datetime1">
              <a:rPr lang="en-GB"/>
              <a:pPr>
                <a:defRPr/>
              </a:pPr>
              <a:t>05/01/2026</a:t>
            </a:fld>
            <a:endParaRPr lang="en-GB"/>
          </a:p>
        </p:txBody>
      </p:sp>
      <p:sp>
        <p:nvSpPr>
          <p:cNvPr id="1035" name="Text Box 29"/>
          <p:cNvSpPr txBox="1">
            <a:spLocks noChangeArrowheads="1"/>
          </p:cNvSpPr>
          <p:nvPr/>
        </p:nvSpPr>
        <p:spPr bwMode="auto">
          <a:xfrm>
            <a:off x="1830917" y="6548754"/>
            <a:ext cx="7313083" cy="2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cs typeface="+mn-cs"/>
              </a:rPr>
              <a:t>INSEE</a:t>
            </a:r>
            <a:r>
              <a:rPr lang="en-US" sz="1067" baseline="0">
                <a:cs typeface="+mn-cs"/>
              </a:rPr>
              <a:t> Digital </a:t>
            </a:r>
            <a:r>
              <a:rPr lang="en-US" sz="1067">
                <a:cs typeface="+mn-cs"/>
              </a:rPr>
              <a:t>Company Limited © | All Rights Reserved.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04800" y="805071"/>
            <a:ext cx="11514667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1C1D43F-A3FD-485D-A4F3-62BE34597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0"/>
          <a:stretch/>
        </p:blipFill>
        <p:spPr>
          <a:xfrm>
            <a:off x="156544" y="6233020"/>
            <a:ext cx="1708960" cy="55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5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87341" indent="-387341" algn="l" rtl="0" eaLnBrk="0" fontAlgn="base" hangingPunct="0">
        <a:spcBef>
          <a:spcPct val="20000"/>
        </a:spcBef>
        <a:spcAft>
          <a:spcPct val="30000"/>
        </a:spcAft>
        <a:buClr>
          <a:schemeClr val="accent1"/>
        </a:buClr>
        <a:buFont typeface="Times" panose="02020603050405020304" pitchFamily="18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61981" indent="-372524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60000"/>
        <a:buFont typeface="Webdings" panose="05030102010509060703" pitchFamily="18" charset="2"/>
        <a:buChar char="4"/>
        <a:defRPr sz="2933">
          <a:solidFill>
            <a:schemeClr val="tx1"/>
          </a:solidFill>
          <a:latin typeface="+mn-lt"/>
        </a:defRPr>
      </a:lvl2pPr>
      <a:lvl3pPr marL="1064657" indent="-3005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-"/>
        <a:defRPr sz="2667">
          <a:solidFill>
            <a:schemeClr val="tx1"/>
          </a:solidFill>
          <a:latin typeface="+mn-lt"/>
        </a:defRPr>
      </a:lvl3pPr>
      <a:lvl4pPr marL="2387540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defRPr sz="2667">
          <a:solidFill>
            <a:schemeClr val="tx1"/>
          </a:solidFill>
          <a:latin typeface="+mn-lt"/>
        </a:defRPr>
      </a:lvl4pPr>
      <a:lvl5pPr marL="2946326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5pPr>
      <a:lvl6pPr marL="355591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6pPr>
      <a:lvl7pPr marL="4165496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7pPr>
      <a:lvl8pPr marL="477508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8pPr>
      <a:lvl9pPr marL="5384665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C90A8F5-958D-47BB-9F67-4AD15E4AC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0401" y="2969686"/>
            <a:ext cx="9042398" cy="53022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b="1"/>
              <a:t>06-January-2026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9BA557-24CE-4F58-A654-339F5C314B60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1275234" y="2312538"/>
            <a:ext cx="10263622" cy="53022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b="1"/>
              <a:t>OMEGA Module Weekly Meeting – Azure Cloud (PaaS/SaaS)</a:t>
            </a:r>
          </a:p>
        </p:txBody>
      </p:sp>
    </p:spTree>
    <p:extLst>
      <p:ext uri="{BB962C8B-B14F-4D97-AF65-F5344CB8AC3E}">
        <p14:creationId xmlns:p14="http://schemas.microsoft.com/office/powerpoint/2010/main" val="1766131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31FDE-E378-6352-B7AF-A8D01E11B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FB2CBC-6AB0-8318-B60E-20CE22ED3F26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7336A8-A5EF-D1F3-76EC-B60ADFE265CF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Action Points Identified in Last Meeting</a:t>
            </a:r>
            <a:endParaRPr kumimoji="0" lang="en-US" sz="2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8D8992-6762-235D-401A-C2F3ABB7B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411292"/>
              </p:ext>
            </p:extLst>
          </p:nvPr>
        </p:nvGraphicFramePr>
        <p:xfrm>
          <a:off x="337278" y="712031"/>
          <a:ext cx="11265219" cy="1368785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912556">
                  <a:extLst>
                    <a:ext uri="{9D8B030D-6E8A-4147-A177-3AD203B41FA5}">
                      <a16:colId xmlns:a16="http://schemas.microsoft.com/office/drawing/2014/main" val="2140126612"/>
                    </a:ext>
                  </a:extLst>
                </a:gridCol>
                <a:gridCol w="5009452">
                  <a:extLst>
                    <a:ext uri="{9D8B030D-6E8A-4147-A177-3AD203B41FA5}">
                      <a16:colId xmlns:a16="http://schemas.microsoft.com/office/drawing/2014/main" val="2300733620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132954589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4109087960"/>
                    </a:ext>
                  </a:extLst>
                </a:gridCol>
                <a:gridCol w="1545771">
                  <a:extLst>
                    <a:ext uri="{9D8B030D-6E8A-4147-A177-3AD203B41FA5}">
                      <a16:colId xmlns:a16="http://schemas.microsoft.com/office/drawing/2014/main" val="4060157840"/>
                    </a:ext>
                  </a:extLst>
                </a:gridCol>
                <a:gridCol w="1206640">
                  <a:extLst>
                    <a:ext uri="{9D8B030D-6E8A-4147-A177-3AD203B41FA5}">
                      <a16:colId xmlns:a16="http://schemas.microsoft.com/office/drawing/2014/main" val="3414963672"/>
                    </a:ext>
                  </a:extLst>
                </a:gridCol>
              </a:tblGrid>
              <a:tr h="6183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No.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Action Points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Raised Date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Status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Target Date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Remarks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256086"/>
                  </a:ext>
                </a:extLst>
              </a:tr>
              <a:tr h="7504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Modification of Pricing Model of VMs for </a:t>
                      </a:r>
                      <a:r>
                        <a:rPr lang="en-US" sz="1200" err="1">
                          <a:effectLst/>
                          <a:latin typeface="Arial"/>
                        </a:rPr>
                        <a:t>Coforge</a:t>
                      </a:r>
                      <a:r>
                        <a:rPr lang="en-US" sz="1200">
                          <a:effectLst/>
                          <a:latin typeface="Arial"/>
                        </a:rPr>
                        <a:t> Managed Application.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16-06-2025</a:t>
                      </a:r>
                      <a:endParaRPr lang="en-US" sz="1200">
                        <a:latin typeface="Arial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effectLst/>
                          <a:latin typeface="Arial"/>
                        </a:rPr>
                        <a:t>On-Hold</a:t>
                      </a:r>
                    </a:p>
                  </a:txBody>
                  <a:tcPr marL="9524" marR="9524" marT="9524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TBC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>
                        <a:effectLst/>
                        <a:latin typeface="Arial"/>
                      </a:endParaRPr>
                    </a:p>
                  </a:txBody>
                  <a:tcPr marL="9524" marR="9524" marT="9524" anchor="ctr"/>
                </a:tc>
                <a:extLst>
                  <a:ext uri="{0D108BD9-81ED-4DB2-BD59-A6C34878D82A}">
                    <a16:rowId xmlns:a16="http://schemas.microsoft.com/office/drawing/2014/main" val="836669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538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AB981-4410-88BA-32D4-558444C79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DEE6DA-C25A-4FFF-7181-47931EBA7F52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83280D-1188-3689-8457-FCF3A9EF3E9E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Azure Platform Monitoring and Health Check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A6689B8-A5DD-CBF4-B121-037787750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6FBBEAB-9A73-6B55-D26F-C2027B5B2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778491"/>
              </p:ext>
            </p:extLst>
          </p:nvPr>
        </p:nvGraphicFramePr>
        <p:xfrm>
          <a:off x="239483" y="674909"/>
          <a:ext cx="11604174" cy="5494728"/>
        </p:xfrm>
        <a:graphic>
          <a:graphicData uri="http://schemas.openxmlformats.org/drawingml/2006/table">
            <a:tbl>
              <a:tblPr/>
              <a:tblGrid>
                <a:gridCol w="2406958">
                  <a:extLst>
                    <a:ext uri="{9D8B030D-6E8A-4147-A177-3AD203B41FA5}">
                      <a16:colId xmlns:a16="http://schemas.microsoft.com/office/drawing/2014/main" val="1958187418"/>
                    </a:ext>
                  </a:extLst>
                </a:gridCol>
                <a:gridCol w="1634080">
                  <a:extLst>
                    <a:ext uri="{9D8B030D-6E8A-4147-A177-3AD203B41FA5}">
                      <a16:colId xmlns:a16="http://schemas.microsoft.com/office/drawing/2014/main" val="4177336512"/>
                    </a:ext>
                  </a:extLst>
                </a:gridCol>
                <a:gridCol w="2848598">
                  <a:extLst>
                    <a:ext uri="{9D8B030D-6E8A-4147-A177-3AD203B41FA5}">
                      <a16:colId xmlns:a16="http://schemas.microsoft.com/office/drawing/2014/main" val="3594419545"/>
                    </a:ext>
                  </a:extLst>
                </a:gridCol>
                <a:gridCol w="1645121">
                  <a:extLst>
                    <a:ext uri="{9D8B030D-6E8A-4147-A177-3AD203B41FA5}">
                      <a16:colId xmlns:a16="http://schemas.microsoft.com/office/drawing/2014/main" val="1028675842"/>
                    </a:ext>
                  </a:extLst>
                </a:gridCol>
                <a:gridCol w="1886038">
                  <a:extLst>
                    <a:ext uri="{9D8B030D-6E8A-4147-A177-3AD203B41FA5}">
                      <a16:colId xmlns:a16="http://schemas.microsoft.com/office/drawing/2014/main" val="528134734"/>
                    </a:ext>
                  </a:extLst>
                </a:gridCol>
                <a:gridCol w="1183379">
                  <a:extLst>
                    <a:ext uri="{9D8B030D-6E8A-4147-A177-3AD203B41FA5}">
                      <a16:colId xmlns:a16="http://schemas.microsoft.com/office/drawing/2014/main" val="3819285118"/>
                    </a:ext>
                  </a:extLst>
                </a:gridCol>
              </a:tblGrid>
              <a:tr h="209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NAME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TYPE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RESOURCE GROUP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SUBSCRIPTION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Monitoring 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 Status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43682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vm-ste-ap-dev-1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066466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vm-ste-ap-prd-1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89237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vm-ste-db-dev-1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95108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vm-ste-db-prd-1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91298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-dev-transport-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api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398383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-dev-transport-web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12902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-INSEE-Corporate-Websites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037762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-INSEE-Corporate-Websites-prod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19333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conwood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48519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conwood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vn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406160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ecocycle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lk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4174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insee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vn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628720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inseeconcrete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57023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inseeecocycle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233774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siamcitycement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6567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siamcitycement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lk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858344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-transport-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api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215124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-transport-web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001928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ISOSLAService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rg-sccc-isosla-prod-001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854521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overviewcctv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496698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SCCCAppService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rg-sccc-automation-prod-001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775123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SCCCeDOSApp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rg-sccc-automation-prod-001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80514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rg-sccc-logistic-smartsilo-prod-001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34734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SCCCLogisticQAS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rg-sccc-logistic-smart-silo-dev-001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832998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SCCCLogisticWeb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rg-sccc-logistic-smartsilo-prod-001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855250"/>
                  </a:ext>
                </a:extLst>
              </a:tr>
              <a:tr h="209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SCCCLogisticWebQAS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rg-sccc-logistic-smart-silo-dev-001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29813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67983AF-2B4A-6C21-7BC7-EB1C85BA00F7}"/>
              </a:ext>
            </a:extLst>
          </p:cNvPr>
          <p:cNvSpPr txBox="1"/>
          <p:nvPr/>
        </p:nvSpPr>
        <p:spPr>
          <a:xfrm>
            <a:off x="271966" y="6214493"/>
            <a:ext cx="757463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u="sng"/>
              <a:t>Note</a:t>
            </a:r>
            <a:r>
              <a:rPr lang="en-US" sz="1600"/>
              <a:t>:-</a:t>
            </a:r>
            <a:r>
              <a:rPr lang="en-US"/>
              <a:t> </a:t>
            </a:r>
            <a:r>
              <a:rPr lang="en-US" sz="1400"/>
              <a:t>This sheet contains Monitoring of all Critical Azure Application services Health Checks.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0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DBDB4-8CF2-E42F-94B5-A28CF925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BE7837-A504-18B3-8F75-0925B2B0B970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302A91-169C-61C5-2181-55A62C3D2B56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/>
              </a:rPr>
              <a:t>Azure </a:t>
            </a:r>
            <a:r>
              <a:rPr lang="en-GB" sz="2400">
                <a:solidFill>
                  <a:srgbClr val="262625"/>
                </a:solidFill>
                <a:latin typeface="Montserrat ExtraBold"/>
              </a:rPr>
              <a:t>Backup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D680CD3-E8BE-121A-0559-D4AC817DC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CB8233-8C14-6FB9-BB1F-F28E403EF8AE}"/>
              </a:ext>
            </a:extLst>
          </p:cNvPr>
          <p:cNvSpPr txBox="1"/>
          <p:nvPr/>
        </p:nvSpPr>
        <p:spPr>
          <a:xfrm>
            <a:off x="391886" y="6139543"/>
            <a:ext cx="645676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600" b="1" u="sng"/>
              <a:t>Note</a:t>
            </a:r>
            <a:r>
              <a:rPr lang="en-US" sz="1600"/>
              <a:t>:-</a:t>
            </a:r>
            <a:r>
              <a:rPr lang="en-US"/>
              <a:t> </a:t>
            </a:r>
            <a:r>
              <a:rPr lang="en-US" sz="1400"/>
              <a:t>This sheet contains Monitoring of all Azure Backups managed by </a:t>
            </a:r>
            <a:r>
              <a:rPr lang="en-US" sz="1400" err="1"/>
              <a:t>Coforge</a:t>
            </a:r>
            <a:r>
              <a:rPr lang="en-US" sz="1400"/>
              <a:t>.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01DC21-DA31-7A67-B228-929ADF1D7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68729"/>
              </p:ext>
            </p:extLst>
          </p:nvPr>
        </p:nvGraphicFramePr>
        <p:xfrm>
          <a:off x="217714" y="692581"/>
          <a:ext cx="11679141" cy="4981949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608394">
                  <a:extLst>
                    <a:ext uri="{9D8B030D-6E8A-4147-A177-3AD203B41FA5}">
                      <a16:colId xmlns:a16="http://schemas.microsoft.com/office/drawing/2014/main" val="103348414"/>
                    </a:ext>
                  </a:extLst>
                </a:gridCol>
                <a:gridCol w="1679092">
                  <a:extLst>
                    <a:ext uri="{9D8B030D-6E8A-4147-A177-3AD203B41FA5}">
                      <a16:colId xmlns:a16="http://schemas.microsoft.com/office/drawing/2014/main" val="3499089997"/>
                    </a:ext>
                  </a:extLst>
                </a:gridCol>
                <a:gridCol w="2525486">
                  <a:extLst>
                    <a:ext uri="{9D8B030D-6E8A-4147-A177-3AD203B41FA5}">
                      <a16:colId xmlns:a16="http://schemas.microsoft.com/office/drawing/2014/main" val="1877879664"/>
                    </a:ext>
                  </a:extLst>
                </a:gridCol>
                <a:gridCol w="2797628">
                  <a:extLst>
                    <a:ext uri="{9D8B030D-6E8A-4147-A177-3AD203B41FA5}">
                      <a16:colId xmlns:a16="http://schemas.microsoft.com/office/drawing/2014/main" val="3937192445"/>
                    </a:ext>
                  </a:extLst>
                </a:gridCol>
                <a:gridCol w="1513115">
                  <a:extLst>
                    <a:ext uri="{9D8B030D-6E8A-4147-A177-3AD203B41FA5}">
                      <a16:colId xmlns:a16="http://schemas.microsoft.com/office/drawing/2014/main" val="781471824"/>
                    </a:ext>
                  </a:extLst>
                </a:gridCol>
                <a:gridCol w="1555426">
                  <a:extLst>
                    <a:ext uri="{9D8B030D-6E8A-4147-A177-3AD203B41FA5}">
                      <a16:colId xmlns:a16="http://schemas.microsoft.com/office/drawing/2014/main" val="3672386536"/>
                    </a:ext>
                  </a:extLst>
                </a:gridCol>
              </a:tblGrid>
              <a:tr h="5545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 Name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Backup Frequency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Resource Type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Resource Name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Backup Status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788613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vm-ste-ap-prd-1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88544170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vm-ste-db-prd-1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986934078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 in Azure VM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vm-ste-db-prd-1\MSSQLSERVER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084855519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 Portal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indg-mdm-db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50231479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 Portal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dbserver</a:t>
                      </a: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-transport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237341136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 Portal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dbserver</a:t>
                      </a: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-transport-dev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79580188"/>
                  </a:ext>
                </a:extLst>
              </a:tr>
              <a:tr h="3650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Smart Silo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sqldb-testdev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831355227"/>
                  </a:ext>
                </a:extLst>
              </a:tr>
              <a:tr h="5475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Smart Silo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sqldb-gps_silo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717279948"/>
                  </a:ext>
                </a:extLst>
              </a:tr>
              <a:tr h="54753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Corporate Website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corperatewebsitedb-prod-001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b"/>
                </a:tc>
                <a:extLst>
                  <a:ext uri="{0D108BD9-81ED-4DB2-BD59-A6C34878D82A}">
                    <a16:rowId xmlns:a16="http://schemas.microsoft.com/office/drawing/2014/main" val="450878836"/>
                  </a:ext>
                </a:extLst>
              </a:tr>
              <a:tr h="54753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Corporate Website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corperatewebsitedb-qas</a:t>
                      </a:r>
                      <a:endParaRPr lang="en-US" sz="1400" err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b"/>
                </a:tc>
                <a:extLst>
                  <a:ext uri="{0D108BD9-81ED-4DB2-BD59-A6C34878D82A}">
                    <a16:rowId xmlns:a16="http://schemas.microsoft.com/office/drawing/2014/main" val="3396875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47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249E1-78E9-CFC8-38F9-D73413DC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420E5C-DD00-2AF8-77AA-E9F1E5DAF7C0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C47261-BB1F-A4AC-EF6F-292EBA28B96C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/>
              </a:rPr>
              <a:t>Azure </a:t>
            </a:r>
            <a:r>
              <a:rPr lang="en-GB" sz="2400">
                <a:solidFill>
                  <a:srgbClr val="262625"/>
                </a:solidFill>
                <a:latin typeface="Montserrat ExtraBold"/>
              </a:rPr>
              <a:t>Platform – Service Health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44EC536-4BBE-4D61-EDC1-9B5E73A42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642E11-2C2E-B57A-CAC1-95B608D90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667859"/>
              </p:ext>
            </p:extLst>
          </p:nvPr>
        </p:nvGraphicFramePr>
        <p:xfrm>
          <a:off x="288636" y="681181"/>
          <a:ext cx="11610975" cy="3668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306112295"/>
                    </a:ext>
                  </a:extLst>
                </a:gridCol>
                <a:gridCol w="2771775">
                  <a:extLst>
                    <a:ext uri="{9D8B030D-6E8A-4147-A177-3AD203B41FA5}">
                      <a16:colId xmlns:a16="http://schemas.microsoft.com/office/drawing/2014/main" val="479796862"/>
                    </a:ext>
                  </a:extLst>
                </a:gridCol>
                <a:gridCol w="8010525">
                  <a:extLst>
                    <a:ext uri="{9D8B030D-6E8A-4147-A177-3AD203B41FA5}">
                      <a16:colId xmlns:a16="http://schemas.microsoft.com/office/drawing/2014/main" val="3176824248"/>
                    </a:ext>
                  </a:extLst>
                </a:gridCol>
              </a:tblGrid>
              <a:tr h="51803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No.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 Name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Service Health: Service issues, Planned maintenance, Health Advisories, Security advisories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50867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Smart Silo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911367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Transporter Portal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701923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631161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Corporate Websites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516609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SharePoint Automation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366878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ISO SLA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256487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indg-platform-connectivity-prod-001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116683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indg-infrastructure-archive-001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982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1432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71F9-5AE5-3C85-CB2D-B5BE25700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C322E-7356-DF80-B285-AF2893A09D04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B526BB-6E38-2EAD-C276-FA259ADC07AC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Cost Utilization</a:t>
            </a:r>
            <a:endParaRPr lang="en-GB" sz="2400" b="0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Montserrat ExtraBold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C002858-104E-DB79-0C60-9E7D9561B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66E7A-082C-8A45-3F93-FB07DDCDF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246978"/>
              </p:ext>
            </p:extLst>
          </p:nvPr>
        </p:nvGraphicFramePr>
        <p:xfrm>
          <a:off x="274819" y="762000"/>
          <a:ext cx="11552420" cy="35559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6875">
                  <a:extLst>
                    <a:ext uri="{9D8B030D-6E8A-4147-A177-3AD203B41FA5}">
                      <a16:colId xmlns:a16="http://schemas.microsoft.com/office/drawing/2014/main" val="1662911342"/>
                    </a:ext>
                  </a:extLst>
                </a:gridCol>
                <a:gridCol w="2931477">
                  <a:extLst>
                    <a:ext uri="{9D8B030D-6E8A-4147-A177-3AD203B41FA5}">
                      <a16:colId xmlns:a16="http://schemas.microsoft.com/office/drawing/2014/main" val="122367917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5450592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25947290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937004995"/>
                    </a:ext>
                  </a:extLst>
                </a:gridCol>
                <a:gridCol w="1698171">
                  <a:extLst>
                    <a:ext uri="{9D8B030D-6E8A-4147-A177-3AD203B41FA5}">
                      <a16:colId xmlns:a16="http://schemas.microsoft.com/office/drawing/2014/main" val="4202326619"/>
                    </a:ext>
                  </a:extLst>
                </a:gridCol>
                <a:gridCol w="1578429">
                  <a:extLst>
                    <a:ext uri="{9D8B030D-6E8A-4147-A177-3AD203B41FA5}">
                      <a16:colId xmlns:a16="http://schemas.microsoft.com/office/drawing/2014/main" val="1896576295"/>
                    </a:ext>
                  </a:extLst>
                </a:gridCol>
                <a:gridCol w="1083039">
                  <a:extLst>
                    <a:ext uri="{9D8B030D-6E8A-4147-A177-3AD203B41FA5}">
                      <a16:colId xmlns:a16="http://schemas.microsoft.com/office/drawing/2014/main" val="1688960840"/>
                    </a:ext>
                  </a:extLst>
                </a:gridCol>
              </a:tblGrid>
              <a:tr h="3736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S.No</a:t>
                      </a:r>
                      <a:endParaRPr lang="en-US" sz="1400" b="1" i="0" u="none" strike="noStrike" err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Application Name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Monthly 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Month to 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Reserved</a:t>
                      </a: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Monthly Forecast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Forecast Vs 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Comments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079281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Smart Silo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455.00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          59.42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365.30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522485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Transporter Portal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345.00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51.44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317.02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92.2%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193683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Safety Passport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1,380.00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196.96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204.00 </a:t>
                      </a: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1,414.4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102.4%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421812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Corporate Websites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680.00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$             29.05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177.00 </a:t>
                      </a: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354.55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52.1%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8605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SharePoint Automation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80.00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12.34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  75.89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94.8%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061782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ISO SLA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75.00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$             12.34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  75.89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101.1%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25042"/>
                  </a:ext>
                </a:extLst>
              </a:tr>
              <a:tr h="4176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indg-platform-connectivity-prod-001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1,200.00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190.35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1,165.11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97.0%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120739"/>
                  </a:ext>
                </a:extLst>
              </a:tr>
              <a:tr h="5152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indg-infrastructure-archive-001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208.00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27.15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165.57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79.3%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34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41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A25F-5786-076F-87B1-E3E7A2E24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3F1E8D-A68B-1DCE-B65D-0B47A5EAB301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5E63F6-F5BE-7E90-AE61-DE8CE21220A1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Cost Analysis – </a:t>
            </a:r>
            <a:r>
              <a:rPr lang="en-GB" sz="2400" b="1">
                <a:solidFill>
                  <a:srgbClr val="262625"/>
                </a:solidFill>
                <a:latin typeface="Arial"/>
                <a:ea typeface="+mn-lt"/>
                <a:cs typeface="+mn-lt"/>
              </a:rPr>
              <a:t>Weekly Trends for Subscription</a:t>
            </a:r>
            <a:endParaRPr lang="en-GB" sz="24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EEF5009-2812-6A04-F3AD-294DCCDB3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EB4BD9-A065-2060-3343-91B495B9C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323822"/>
              </p:ext>
            </p:extLst>
          </p:nvPr>
        </p:nvGraphicFramePr>
        <p:xfrm>
          <a:off x="277090" y="762000"/>
          <a:ext cx="11481351" cy="22002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9858">
                  <a:extLst>
                    <a:ext uri="{9D8B030D-6E8A-4147-A177-3AD203B41FA5}">
                      <a16:colId xmlns:a16="http://schemas.microsoft.com/office/drawing/2014/main" val="1311597956"/>
                    </a:ext>
                  </a:extLst>
                </a:gridCol>
                <a:gridCol w="2605253">
                  <a:extLst>
                    <a:ext uri="{9D8B030D-6E8A-4147-A177-3AD203B41FA5}">
                      <a16:colId xmlns:a16="http://schemas.microsoft.com/office/drawing/2014/main" val="3799455978"/>
                    </a:ext>
                  </a:extLst>
                </a:gridCol>
                <a:gridCol w="2593120">
                  <a:extLst>
                    <a:ext uri="{9D8B030D-6E8A-4147-A177-3AD203B41FA5}">
                      <a16:colId xmlns:a16="http://schemas.microsoft.com/office/drawing/2014/main" val="2853504115"/>
                    </a:ext>
                  </a:extLst>
                </a:gridCol>
                <a:gridCol w="2593120">
                  <a:extLst>
                    <a:ext uri="{9D8B030D-6E8A-4147-A177-3AD203B41FA5}">
                      <a16:colId xmlns:a16="http://schemas.microsoft.com/office/drawing/2014/main" val="425559224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Calibri"/>
                        </a:rPr>
                        <a:t>Subscription Name</a:t>
                      </a:r>
                      <a:endParaRPr lang="en-US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14-Dec to 20-Dec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21-Dec to 27-Dec</a:t>
                      </a:r>
                      <a:endParaRPr lang="en-US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28-Dec to 03-Jan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56755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Calibri"/>
                        </a:rPr>
                        <a:t>indg-app-dev-001</a:t>
                      </a:r>
                      <a:endParaRPr lang="en-US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$140.41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$139.89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$139.85</a:t>
                      </a:r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553597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Calibri"/>
                        </a:rPr>
                        <a:t>indg-app-prod-001</a:t>
                      </a:r>
                      <a:endParaRPr lang="en-US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Calibri"/>
                        </a:rPr>
                        <a:t>$368.25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Calibri"/>
                        </a:rPr>
                        <a:t>$366.33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Calibri"/>
                        </a:rPr>
                        <a:t>$363.64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62306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err="1">
                          <a:effectLst/>
                          <a:latin typeface="Calibri"/>
                          <a:ea typeface="Calibri"/>
                          <a:cs typeface="Calibri"/>
                        </a:rPr>
                        <a:t>indg</a:t>
                      </a:r>
                      <a:r>
                        <a:rPr lang="en-US" sz="1800">
                          <a:effectLst/>
                          <a:latin typeface="Calibri"/>
                          <a:ea typeface="Calibri"/>
                          <a:cs typeface="Calibri"/>
                        </a:rPr>
                        <a:t>-platform-connectivity-prod- 001</a:t>
                      </a:r>
                      <a:endParaRPr lang="en-US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$268.42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$259.72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$262.67</a:t>
                      </a:r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5621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Calibri"/>
                        </a:rPr>
                        <a:t>indg-infrastructure-archive-001</a:t>
                      </a:r>
                      <a:endParaRPr lang="en-US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Calibri"/>
                        </a:rPr>
                        <a:t>$37.40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Calibri"/>
                        </a:rPr>
                        <a:t>$37.40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Calibri"/>
                        </a:rPr>
                        <a:t>$37.39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155704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4029A5C-33FC-7299-D8A7-08C951A406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4011748"/>
              </p:ext>
            </p:extLst>
          </p:nvPr>
        </p:nvGraphicFramePr>
        <p:xfrm>
          <a:off x="255317" y="3049363"/>
          <a:ext cx="11503124" cy="3482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43726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B115B-CC46-E039-0DA5-FCC3E7BF7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DB112B-7587-9B7C-36EF-46FA72749FEB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09879F-4978-A30E-8AA8-D60964DE2CA9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Cost Analysis – </a:t>
            </a:r>
            <a:r>
              <a:rPr lang="en-GB" sz="2400" b="1">
                <a:solidFill>
                  <a:srgbClr val="262625"/>
                </a:solidFill>
                <a:latin typeface="Arial"/>
                <a:ea typeface="+mn-lt"/>
                <a:cs typeface="+mn-lt"/>
              </a:rPr>
              <a:t>Weekly Trends for Applications</a:t>
            </a:r>
            <a:endParaRPr lang="en-GB" sz="24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D3D1A8-CB01-EEA4-E166-618F242A1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673258"/>
              </p:ext>
            </p:extLst>
          </p:nvPr>
        </p:nvGraphicFramePr>
        <p:xfrm>
          <a:off x="346363" y="638297"/>
          <a:ext cx="11421095" cy="2572472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843151">
                  <a:extLst>
                    <a:ext uri="{9D8B030D-6E8A-4147-A177-3AD203B41FA5}">
                      <a16:colId xmlns:a16="http://schemas.microsoft.com/office/drawing/2014/main" val="4080841300"/>
                    </a:ext>
                  </a:extLst>
                </a:gridCol>
                <a:gridCol w="3183474">
                  <a:extLst>
                    <a:ext uri="{9D8B030D-6E8A-4147-A177-3AD203B41FA5}">
                      <a16:colId xmlns:a16="http://schemas.microsoft.com/office/drawing/2014/main" val="1692911019"/>
                    </a:ext>
                  </a:extLst>
                </a:gridCol>
                <a:gridCol w="2697235">
                  <a:extLst>
                    <a:ext uri="{9D8B030D-6E8A-4147-A177-3AD203B41FA5}">
                      <a16:colId xmlns:a16="http://schemas.microsoft.com/office/drawing/2014/main" val="1105344307"/>
                    </a:ext>
                  </a:extLst>
                </a:gridCol>
                <a:gridCol w="2697235">
                  <a:extLst>
                    <a:ext uri="{9D8B030D-6E8A-4147-A177-3AD203B41FA5}">
                      <a16:colId xmlns:a16="http://schemas.microsoft.com/office/drawing/2014/main" val="3003624387"/>
                    </a:ext>
                  </a:extLst>
                </a:gridCol>
              </a:tblGrid>
              <a:tr h="3523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>
                          <a:effectLst/>
                        </a:rPr>
                        <a:t>Application Name</a:t>
                      </a:r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14-Dec to 20-Dec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21-Dec to 27-Dec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28-Dec to 03-Jan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366375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>
                          <a:effectLst/>
                        </a:rPr>
                        <a:t>Smart Silo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$82.51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$82.49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/>
                        <a:t>$82.49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470355915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>
                          <a:effectLst/>
                        </a:rPr>
                        <a:t>Transporter Portal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$71.81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$71.72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/>
                        <a:t>$71.69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817281521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>
                          <a:effectLst/>
                        </a:rPr>
                        <a:t>Safety Passport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effectLst/>
                        </a:rPr>
                        <a:t>$273.01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effectLst/>
                        </a:rPr>
                        <a:t>$272.94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>
                          <a:effectLst/>
                        </a:rPr>
                        <a:t>$273.06</a:t>
                      </a:r>
                      <a:endParaRPr lang="en-US"/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16308894"/>
                  </a:ext>
                </a:extLst>
              </a:tr>
              <a:tr h="3548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>
                          <a:effectLst/>
                        </a:rPr>
                        <a:t>Corporate Websites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marL="0" lvl="0" algn="ctr" defTabSz="914400" rtl="0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$47.62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lvl="0" algn="ctr" defTabSz="914400" rtl="0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$45.69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$43.21</a:t>
                      </a:r>
                      <a:endParaRPr lang="en-US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49670708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>
                          <a:effectLst/>
                        </a:rPr>
                        <a:t>SharePoint Automation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4130975822"/>
                  </a:ext>
                </a:extLst>
              </a:tr>
              <a:tr h="3530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>
                          <a:effectLst/>
                        </a:rPr>
                        <a:t>ISO SLA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>
                          <a:effectLst/>
                        </a:rPr>
                        <a:t>$17.14</a:t>
                      </a:r>
                      <a:endParaRPr lang="en-US"/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270067230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6B5062B-CAC4-2611-A03D-022141ECBE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3829801"/>
              </p:ext>
            </p:extLst>
          </p:nvPr>
        </p:nvGraphicFramePr>
        <p:xfrm>
          <a:off x="346363" y="3250138"/>
          <a:ext cx="11421095" cy="3215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63955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E5FAC-6B00-C123-8741-3F52701C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CEDEF-B9E4-36C6-72AC-8A9E23B92B3C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4EBF95-406F-3FEC-1136-424149C3D45E}"/>
              </a:ext>
            </a:extLst>
          </p:cNvPr>
          <p:cNvSpPr txBox="1"/>
          <p:nvPr/>
        </p:nvSpPr>
        <p:spPr>
          <a:xfrm>
            <a:off x="146608" y="47240"/>
            <a:ext cx="8798399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  <a:ea typeface="Calibri"/>
                <a:cs typeface="Calibri"/>
              </a:rPr>
              <a:t>Security</a:t>
            </a:r>
            <a:endParaRPr lang="en-GB" sz="2400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Montserrat ExtraBold"/>
              <a:ea typeface="Calibri"/>
              <a:cs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8B8869-8B11-1116-D63A-25B4B58CA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1A4DEC-8993-84EB-9CF5-AB3F44642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517976"/>
              </p:ext>
            </p:extLst>
          </p:nvPr>
        </p:nvGraphicFramePr>
        <p:xfrm>
          <a:off x="265043" y="706782"/>
          <a:ext cx="11581691" cy="5389521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657895">
                  <a:extLst>
                    <a:ext uri="{9D8B030D-6E8A-4147-A177-3AD203B41FA5}">
                      <a16:colId xmlns:a16="http://schemas.microsoft.com/office/drawing/2014/main" val="1607405184"/>
                    </a:ext>
                  </a:extLst>
                </a:gridCol>
                <a:gridCol w="1768092">
                  <a:extLst>
                    <a:ext uri="{9D8B030D-6E8A-4147-A177-3AD203B41FA5}">
                      <a16:colId xmlns:a16="http://schemas.microsoft.com/office/drawing/2014/main" val="4239086439"/>
                    </a:ext>
                  </a:extLst>
                </a:gridCol>
                <a:gridCol w="3179825">
                  <a:extLst>
                    <a:ext uri="{9D8B030D-6E8A-4147-A177-3AD203B41FA5}">
                      <a16:colId xmlns:a16="http://schemas.microsoft.com/office/drawing/2014/main" val="3040088656"/>
                    </a:ext>
                  </a:extLst>
                </a:gridCol>
                <a:gridCol w="2371163">
                  <a:extLst>
                    <a:ext uri="{9D8B030D-6E8A-4147-A177-3AD203B41FA5}">
                      <a16:colId xmlns:a16="http://schemas.microsoft.com/office/drawing/2014/main" val="778822092"/>
                    </a:ext>
                  </a:extLst>
                </a:gridCol>
                <a:gridCol w="2549343">
                  <a:extLst>
                    <a:ext uri="{9D8B030D-6E8A-4147-A177-3AD203B41FA5}">
                      <a16:colId xmlns:a16="http://schemas.microsoft.com/office/drawing/2014/main" val="2305829558"/>
                    </a:ext>
                  </a:extLst>
                </a:gridCol>
                <a:gridCol w="1055373">
                  <a:extLst>
                    <a:ext uri="{9D8B030D-6E8A-4147-A177-3AD203B41FA5}">
                      <a16:colId xmlns:a16="http://schemas.microsoft.com/office/drawing/2014/main" val="887090172"/>
                    </a:ext>
                  </a:extLst>
                </a:gridCol>
              </a:tblGrid>
              <a:tr h="369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S. No.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Date of </a:t>
                      </a:r>
                      <a:r>
                        <a:rPr lang="en-US" sz="1400" b="1" err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Occurance</a:t>
                      </a:r>
                      <a:endParaRPr lang="en-US" sz="1400" b="1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Alert Name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Target Application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Email Confirmation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Status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730008"/>
                  </a:ext>
                </a:extLst>
              </a:tr>
              <a:tr h="5883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2025-12-30T04:11:18Z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Potential SQL Injection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corperatewebsitedb-prod-001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client IP address “40.119.235.19” is already whitelisted for this alert within our Microsoft Defender for cloud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>
                          <a:effectLst/>
                          <a:latin typeface="Calibri"/>
                        </a:rPr>
                        <a:t>Dismissed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123974"/>
                  </a:ext>
                </a:extLst>
              </a:tr>
              <a:tr h="5883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2025-12-29T01:54:25Z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Potential SQL Injection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corperatewebsitedb-prod-001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client IP address “40.119.235.19” is already whitelisted for this alert within our Microsoft Defender for cloud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>
                          <a:effectLst/>
                          <a:latin typeface="Calibri"/>
                        </a:rPr>
                        <a:t>Dismissed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185496"/>
                  </a:ext>
                </a:extLst>
              </a:tr>
              <a:tr h="5883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2025-12-28T04:28:46Z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Potential SQL Injection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corperatewebsitedb-prod-001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client IP address “40.119.235.19” is already whitelisted for this alert within our Microsoft Defender for cloud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>
                          <a:effectLst/>
                          <a:latin typeface="Calibri"/>
                        </a:rPr>
                        <a:t>Dismissed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393534"/>
                  </a:ext>
                </a:extLst>
              </a:tr>
              <a:tr h="5883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2025-12-27T07:21:08Z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Potential SQL Injection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corperatewebsitedb-prod-001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client IP address “40.119.235.19” is already whitelisted for this alert within our Microsoft Defender for cloud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>
                          <a:effectLst/>
                          <a:latin typeface="Calibri"/>
                        </a:rPr>
                        <a:t>Dismissed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223787"/>
                  </a:ext>
                </a:extLst>
              </a:tr>
              <a:tr h="6353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2025-12-27T03:47:09Z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Potential SQL Injection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corperatewebsitedb-prod-001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client IP address “40.119.235.19” is already whitelisted for this alert within our Microsoft Defender for cloud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>
                          <a:effectLst/>
                          <a:latin typeface="Calibri"/>
                        </a:rPr>
                        <a:t>Dismissed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855674"/>
                  </a:ext>
                </a:extLst>
              </a:tr>
              <a:tr h="6589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2025-12-26T03:35:43Z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Potential SQL Injection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corperatewebsitedb-prod-001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client IP address “40.119.235.19” is already whitelisted for this alert within our Microsoft Defender for cloud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>
                          <a:effectLst/>
                          <a:latin typeface="Calibri"/>
                        </a:rPr>
                        <a:t>Dismissed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93666"/>
                  </a:ext>
                </a:extLst>
              </a:tr>
              <a:tr h="7059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2025-12-25T01:07:49Z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Potential SQL Injection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corperatewebsitedb-prod-001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client IP address “40.119.235.19” is already whitelisted for this alert within our Microsoft Defender for cloud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>
                          <a:effectLst/>
                          <a:latin typeface="Calibri"/>
                        </a:rPr>
                        <a:t>Dismissed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855077"/>
                  </a:ext>
                </a:extLst>
              </a:tr>
              <a:tr h="6000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2025-12-23T08:10:13Z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A possible vulnerability to SQL Injection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corperatewebsitedb-prod-001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client IP address “40.119.235.19” is already whitelisted for this alert within our Microsoft Defender for cloud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>
                          <a:effectLst/>
                          <a:latin typeface="Calibri"/>
                        </a:rPr>
                        <a:t>Dismissed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600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435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A51D4-07B3-B043-5A3C-F18436ECA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F612-8C45-C67A-6635-995C286FD5C4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EF7C3C-6F8C-2806-E0C5-998B0AC92D02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Defender Recommendations</a:t>
            </a:r>
            <a:endParaRPr lang="en-GB" sz="2400" b="0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Montserrat ExtraBold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1414EE5-B81D-ACE3-D6D2-EE0D119E2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165F65-E0E9-C97B-282D-C917885EE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214" y="26420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359159-654D-9DA2-057E-A2C3C86CC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624942"/>
              </p:ext>
            </p:extLst>
          </p:nvPr>
        </p:nvGraphicFramePr>
        <p:xfrm>
          <a:off x="209826" y="662608"/>
          <a:ext cx="11661766" cy="4353813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488253">
                  <a:extLst>
                    <a:ext uri="{9D8B030D-6E8A-4147-A177-3AD203B41FA5}">
                      <a16:colId xmlns:a16="http://schemas.microsoft.com/office/drawing/2014/main" val="153649894"/>
                    </a:ext>
                  </a:extLst>
                </a:gridCol>
                <a:gridCol w="807497">
                  <a:extLst>
                    <a:ext uri="{9D8B030D-6E8A-4147-A177-3AD203B41FA5}">
                      <a16:colId xmlns:a16="http://schemas.microsoft.com/office/drawing/2014/main" val="1373162227"/>
                    </a:ext>
                  </a:extLst>
                </a:gridCol>
                <a:gridCol w="8863697">
                  <a:extLst>
                    <a:ext uri="{9D8B030D-6E8A-4147-A177-3AD203B41FA5}">
                      <a16:colId xmlns:a16="http://schemas.microsoft.com/office/drawing/2014/main" val="2872279997"/>
                    </a:ext>
                  </a:extLst>
                </a:gridCol>
                <a:gridCol w="1502319">
                  <a:extLst>
                    <a:ext uri="{9D8B030D-6E8A-4147-A177-3AD203B41FA5}">
                      <a16:colId xmlns:a16="http://schemas.microsoft.com/office/drawing/2014/main" val="3820704097"/>
                    </a:ext>
                  </a:extLst>
                </a:gridCol>
              </a:tblGrid>
              <a:tr h="3570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err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S.No</a:t>
                      </a:r>
                      <a:endParaRPr lang="en-US" sz="1400" b="1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Severity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Vulnerabilities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Resource Type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4595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Azure SQL Database should have Azure Active Directory Only Authentication enabled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SQL DB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851855206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SQL servers should have an Azure Active Directory administrator provisioned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SQL Servers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915563775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Storage accounts should prevent shared key access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Storage Account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64576794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Medium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Function App should only be accessible over HTTPS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App Service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7273564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Medium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TLS should be updated to the latest version for web apps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App Service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85157165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Medium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Web Application should only be accessible over HTTPS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App Service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02213304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Auditing on SQL server should be enabled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SQL Servers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877983834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EDR configuration issues should be resolved on virtual machines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648044866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Machines should be configured securely (powered by MDVM)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61624892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System updates should be installed on your machines (powered by Azure Update Manager)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774742323"/>
                  </a:ext>
                </a:extLst>
              </a:tr>
              <a:tr h="4258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VPN gateways should use only Azure Active Directory (Azure AD) authentication for point-to-site users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effectLst/>
                          <a:latin typeface="Calibri"/>
                        </a:rPr>
                        <a:t>VPN Gateways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881031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369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46BF2-B2B7-2935-3456-2F0811E8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521227-4D12-4010-8F3F-BA6FBD6E797D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1E8E9E-6A71-C411-9D63-991817C57C4B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VA Status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FC9097-7EE9-629E-E7CB-10312337B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D35004-AA69-71ED-DA25-DC5C0109D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214" y="26420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D23F3-DF95-7EEA-CC2D-DA3421F288CE}"/>
              </a:ext>
            </a:extLst>
          </p:cNvPr>
          <p:cNvSpPr txBox="1"/>
          <p:nvPr/>
        </p:nvSpPr>
        <p:spPr>
          <a:xfrm>
            <a:off x="2157214" y="4839867"/>
            <a:ext cx="777578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No Vulnerabilities identified for any Coforge Managed Applications resources.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19967B-AB59-EBD7-E90F-1521C3D53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67626"/>
            <a:ext cx="11370469" cy="382496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31792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EF39A-17BB-B763-8ACE-5428D3FE4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1A1E2E-97A7-1A70-0A21-703F6D90F77F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153156-A0A9-8452-D390-EE6699E34CF5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Ideas, Innovation and CSIPs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E3357D-F648-A3B1-C9FC-04CB824C0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899515"/>
              </p:ext>
            </p:extLst>
          </p:nvPr>
        </p:nvGraphicFramePr>
        <p:xfrm>
          <a:off x="187602" y="658602"/>
          <a:ext cx="11710480" cy="2770398"/>
        </p:xfrm>
        <a:graphic>
          <a:graphicData uri="http://schemas.openxmlformats.org/drawingml/2006/table">
            <a:tbl>
              <a:tblPr firstRow="1" bandRow="1"/>
              <a:tblGrid>
                <a:gridCol w="380980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768677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2306821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729656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892275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2616675">
                  <a:extLst>
                    <a:ext uri="{9D8B030D-6E8A-4147-A177-3AD203B41FA5}">
                      <a16:colId xmlns:a16="http://schemas.microsoft.com/office/drawing/2014/main" val="3906375660"/>
                    </a:ext>
                  </a:extLst>
                </a:gridCol>
                <a:gridCol w="1130018">
                  <a:extLst>
                    <a:ext uri="{9D8B030D-6E8A-4147-A177-3AD203B41FA5}">
                      <a16:colId xmlns:a16="http://schemas.microsoft.com/office/drawing/2014/main" val="2309644495"/>
                    </a:ext>
                  </a:extLst>
                </a:gridCol>
                <a:gridCol w="1034758">
                  <a:extLst>
                    <a:ext uri="{9D8B030D-6E8A-4147-A177-3AD203B41FA5}">
                      <a16:colId xmlns:a16="http://schemas.microsoft.com/office/drawing/2014/main" val="531027093"/>
                    </a:ext>
                  </a:extLst>
                </a:gridCol>
                <a:gridCol w="925310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  <a:gridCol w="925310">
                  <a:extLst>
                    <a:ext uri="{9D8B030D-6E8A-4147-A177-3AD203B41FA5}">
                      <a16:colId xmlns:a16="http://schemas.microsoft.com/office/drawing/2014/main" val="4183397676"/>
                    </a:ext>
                  </a:extLst>
                </a:gridCol>
              </a:tblGrid>
              <a:tr h="6860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S.No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Category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Priority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Status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Benefits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Proposed By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Owner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Start Month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/>
                        </a:rPr>
                        <a:t>Target End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099">
                      <a:solidFill>
                        <a:srgbClr val="FFFFFF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388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Idea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Tagging of all Azure Resources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Completed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Prevention from Scope Slippage.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Kn. Piyadol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June'25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099">
                      <a:solidFill>
                        <a:srgbClr val="FFFFFF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  <a:tr h="7052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Creation of Single Architecture Diagram for all Coforge Managed Resources.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Clearer understanding of Application and Network.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Sept'25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917128"/>
                  </a:ext>
                </a:extLst>
              </a:tr>
              <a:tr h="4951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Requirement for Azure Firewall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Completed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Operational Benefit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June’25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Aug'25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375774"/>
                  </a:ext>
                </a:extLst>
              </a:tr>
              <a:tr h="4951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CSIP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Migration of D series VM to E series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Cost Optimization and future unplanned downtime prevention.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June’25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July'25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459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A32EB-D102-62E2-C8B3-8DB9FE0FF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153603"/>
            <a:ext cx="11580283" cy="499533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/>
                <a:ea typeface="+mn-ea"/>
                <a:cs typeface="+mn-cs"/>
              </a:rPr>
              <a:t>Operational Summary and Points-to-be discussed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0F771-A5BF-364C-D7A6-864C3DB3D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917" y="859971"/>
            <a:ext cx="11580283" cy="5410200"/>
          </a:xfrm>
          <a:ln>
            <a:solidFill>
              <a:schemeClr val="tx1"/>
            </a:solidFill>
          </a:ln>
        </p:spPr>
        <p:txBody>
          <a:bodyPr/>
          <a:lstStyle/>
          <a:p>
            <a:pPr marL="389255" lvl="1" indent="0">
              <a:buNone/>
            </a:pPr>
            <a:endParaRPr lang="en-US" sz="1600">
              <a:solidFill>
                <a:srgbClr val="000000"/>
              </a:solidFill>
              <a:latin typeface="Aptos Narrow"/>
            </a:endParaRPr>
          </a:p>
          <a:p>
            <a:pPr marL="386715" indent="-386715"/>
            <a:r>
              <a:rPr lang="en-US" sz="1800" b="1" u="sng">
                <a:solidFill>
                  <a:srgbClr val="000000"/>
                </a:solidFill>
                <a:latin typeface="Aptos Narrow"/>
              </a:rPr>
              <a:t>Architecture Diagram</a:t>
            </a:r>
          </a:p>
          <a:p>
            <a:pPr marL="761365" lvl="1" indent="-372110"/>
            <a:r>
              <a:rPr lang="en-US" sz="1600">
                <a:solidFill>
                  <a:srgbClr val="000000"/>
                </a:solidFill>
                <a:latin typeface="Aptos Narrow"/>
              </a:rPr>
              <a:t>Shubham has completed the architecture diagram of Smart Silo Application along with its network connectivity.</a:t>
            </a:r>
            <a:endParaRPr lang="en-US" sz="160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pPr marL="761365" lvl="1" indent="-372110"/>
            <a:r>
              <a:rPr lang="en-US" sz="1600">
                <a:latin typeface="Aptos Narrow"/>
                <a:cs typeface="Arial"/>
              </a:rPr>
              <a:t>Shubham has completed the architecture diagram of Transporter Portal Application.</a:t>
            </a:r>
          </a:p>
          <a:p>
            <a:pPr marL="761365" lvl="1" indent="-372110"/>
            <a:r>
              <a:rPr lang="en-US" sz="1600">
                <a:latin typeface="Aptos Narrow"/>
                <a:cs typeface="Arial"/>
              </a:rPr>
              <a:t>Application Team will provide small KT session on Corporate Website Application to Azure Team as it is recently onboarded application.</a:t>
            </a:r>
          </a:p>
          <a:p>
            <a:pPr marL="386715" indent="-386715"/>
            <a:r>
              <a:rPr lang="en-US" sz="1800" b="1" u="sng">
                <a:solidFill>
                  <a:srgbClr val="000000"/>
                </a:solidFill>
                <a:latin typeface="Aptos Narrow"/>
              </a:rPr>
              <a:t>Azure Recommendations</a:t>
            </a:r>
          </a:p>
          <a:p>
            <a:pPr marL="760730" lvl="1" indent="-386715"/>
            <a:r>
              <a:rPr lang="en-US" sz="1600">
                <a:solidFill>
                  <a:srgbClr val="000000"/>
                </a:solidFill>
                <a:latin typeface="Aptos Narrow"/>
              </a:rPr>
              <a:t>The application team has raised a concern regarding the TLS upgrade. They have indicated that certain sensors currently in use only support older TLS 1.1, which may lead to compatibility issues after the upgrade.</a:t>
            </a:r>
          </a:p>
          <a:p>
            <a:pPr marL="760730" lvl="1" indent="-386715"/>
            <a:r>
              <a:rPr lang="en-US" sz="1600">
                <a:solidFill>
                  <a:srgbClr val="000000"/>
                </a:solidFill>
                <a:latin typeface="Aptos Narrow"/>
              </a:rPr>
              <a:t>Application team has requested enabling TLS 1.1 for </a:t>
            </a:r>
            <a:r>
              <a:rPr lang="en-US" sz="1600" err="1">
                <a:solidFill>
                  <a:srgbClr val="000000"/>
                </a:solidFill>
                <a:latin typeface="Aptos Narrow"/>
              </a:rPr>
              <a:t>SCCCLogisticQAS</a:t>
            </a:r>
            <a:r>
              <a:rPr lang="en-US" sz="1600">
                <a:solidFill>
                  <a:srgbClr val="000000"/>
                </a:solidFill>
                <a:latin typeface="Aptos Narrow"/>
              </a:rPr>
              <a:t> app service.</a:t>
            </a:r>
          </a:p>
          <a:p>
            <a:pPr marL="760730" lvl="1" indent="-386715"/>
            <a:r>
              <a:rPr lang="en-US" sz="1600">
                <a:latin typeface="Aptos Narrow"/>
                <a:cs typeface="Arial"/>
              </a:rPr>
              <a:t>As requested by Application Team, Cloud-IMS team have enabled minimum TLS v1.1 for </a:t>
            </a:r>
            <a:r>
              <a:rPr lang="en-US" sz="1600" err="1">
                <a:latin typeface="Aptos Narrow"/>
                <a:cs typeface="Arial"/>
              </a:rPr>
              <a:t>SCCCLogisticQAS</a:t>
            </a:r>
            <a:r>
              <a:rPr lang="en-US" sz="1600">
                <a:latin typeface="Aptos Narrow"/>
                <a:cs typeface="Arial"/>
              </a:rPr>
              <a:t> app service.</a:t>
            </a:r>
          </a:p>
          <a:p>
            <a:pPr marL="0" indent="0">
              <a:buNone/>
            </a:pPr>
            <a:endParaRPr lang="en-US" sz="1800" b="1" u="sng">
              <a:latin typeface="Aptos Narrow"/>
              <a:cs typeface="Arial"/>
            </a:endParaRPr>
          </a:p>
          <a:p>
            <a:pPr marL="0" indent="0">
              <a:buNone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3FBE7-22F6-F7CE-3F31-D92DB3F2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228666-3C56-4E2A-BB13-C98D022F6BF6}" type="datetime1">
              <a:rPr lang="en-GB" smtClean="0"/>
              <a:pPr>
                <a:defRPr/>
              </a:pPr>
              <a:t>05/01/2026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862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764E-79D0-EB0A-DBF8-2A8812F2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B931CA-CC05-F745-F226-0724DFA949EC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0DB39F-3B93-D855-621A-E9D336BBFA86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Planned Downtime &amp; Patching Activity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492E7-BC4C-8598-B223-8AC5B5FD2725}"/>
              </a:ext>
            </a:extLst>
          </p:cNvPr>
          <p:cNvSpPr txBox="1"/>
          <p:nvPr/>
        </p:nvSpPr>
        <p:spPr>
          <a:xfrm>
            <a:off x="286982" y="6192652"/>
            <a:ext cx="692208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u="sng"/>
              <a:t>Note:</a:t>
            </a:r>
            <a:r>
              <a:rPr lang="en-US" sz="1600"/>
              <a:t> - </a:t>
            </a:r>
            <a:r>
              <a:rPr lang="en-US" sz="1400"/>
              <a:t>Monthly Patching for Virtual Machines are planned on 1</a:t>
            </a:r>
            <a:r>
              <a:rPr lang="en-US" sz="1400" baseline="30000"/>
              <a:t>st</a:t>
            </a:r>
            <a:r>
              <a:rPr lang="en-US" sz="1400"/>
              <a:t> Friday of every month.</a:t>
            </a:r>
            <a:endParaRPr lang="en-US" sz="16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D84158-5DEC-E301-ADE3-D98CB1439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397046"/>
              </p:ext>
            </p:extLst>
          </p:nvPr>
        </p:nvGraphicFramePr>
        <p:xfrm>
          <a:off x="280707" y="711573"/>
          <a:ext cx="11563350" cy="838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1975">
                  <a:extLst>
                    <a:ext uri="{9D8B030D-6E8A-4147-A177-3AD203B41FA5}">
                      <a16:colId xmlns:a16="http://schemas.microsoft.com/office/drawing/2014/main" val="3409713178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358724451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461964957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41121116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52919525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312836670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190222188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No.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Downtime Description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Location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System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Date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Duration (VN </a:t>
                      </a:r>
                      <a:r>
                        <a:rPr lang="en-US" sz="1200" err="1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timezone</a:t>
                      </a: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)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Remarks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99526"/>
                  </a:ext>
                </a:extLst>
              </a:tr>
              <a:tr h="419100">
                <a:tc gridSpan="7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 planned Downtime for coming week.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095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996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353C0-232D-DB20-2495-79ADC2623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1C4C32-04CC-62F7-2964-E1C67B53978E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59CE3C-EC0E-B62D-B181-F843D719CE2B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Unplanned Downtime 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(past Week)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6A47F7-DFB3-832B-6BFD-B345735A0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417735"/>
              </p:ext>
            </p:extLst>
          </p:nvPr>
        </p:nvGraphicFramePr>
        <p:xfrm>
          <a:off x="233545" y="691261"/>
          <a:ext cx="11558651" cy="789196"/>
        </p:xfrm>
        <a:graphic>
          <a:graphicData uri="http://schemas.openxmlformats.org/drawingml/2006/table">
            <a:tbl>
              <a:tblPr firstRow="1" bandRow="1"/>
              <a:tblGrid>
                <a:gridCol w="561112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2001552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531027093"/>
                    </a:ext>
                  </a:extLst>
                </a:gridCol>
                <a:gridCol w="2979499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</a:tblGrid>
              <a:tr h="37553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lang="en-GB" sz="1200" b="1" i="0" u="none" strike="noStrik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Downtime Description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Location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System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Duration (hrs.)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Remarks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413657">
                <a:tc gridSpan="7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latin typeface="Arial"/>
                          <a:cs typeface="Arial"/>
                        </a:rPr>
                        <a:t>No Unplanned Downtime for past week.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1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086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0F8AE-532A-BAE1-3AC3-750DAE854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964DC3-2947-98A8-D603-F306BEC3D369}"/>
              </a:ext>
            </a:extLst>
          </p:cNvPr>
          <p:cNvSpPr/>
          <p:nvPr/>
        </p:nvSpPr>
        <p:spPr>
          <a:xfrm rot="5400000">
            <a:off x="1624718" y="-881762"/>
            <a:ext cx="6029742" cy="8985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772C98-B637-6808-CFB3-11DB38CB3F2F}"/>
              </a:ext>
            </a:extLst>
          </p:cNvPr>
          <p:cNvSpPr/>
          <p:nvPr/>
        </p:nvSpPr>
        <p:spPr>
          <a:xfrm rot="5400000">
            <a:off x="7649814" y="2230518"/>
            <a:ext cx="6029745" cy="2761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0B373B-E36C-152E-1C26-B2A5D52A2E9C}"/>
              </a:ext>
            </a:extLst>
          </p:cNvPr>
          <p:cNvSpPr txBox="1"/>
          <p:nvPr/>
        </p:nvSpPr>
        <p:spPr>
          <a:xfrm>
            <a:off x="9878501" y="614453"/>
            <a:ext cx="1572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262625"/>
                </a:solidFill>
                <a:latin typeface="Montserrat ExtraBold" panose="00000900000000000000" pitchFamily="2" charset="0"/>
              </a:rPr>
              <a:t>Comments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E422C0-D30A-0459-F928-963FF9735DB1}"/>
              </a:ext>
            </a:extLst>
          </p:cNvPr>
          <p:cNvSpPr txBox="1"/>
          <p:nvPr/>
        </p:nvSpPr>
        <p:spPr>
          <a:xfrm>
            <a:off x="181244" y="29395"/>
            <a:ext cx="740527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400">
                <a:solidFill>
                  <a:srgbClr val="262625"/>
                </a:solidFill>
                <a:latin typeface="Montserrat ExtraBold"/>
              </a:rPr>
              <a:t>OMEGA SNOW Dashboard</a:t>
            </a:r>
            <a:endParaRPr lang="en-US" sz="2400">
              <a:latin typeface="Montserrat Extra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012864-8FA1-89B9-6142-D7504358D7DC}"/>
              </a:ext>
            </a:extLst>
          </p:cNvPr>
          <p:cNvSpPr txBox="1"/>
          <p:nvPr/>
        </p:nvSpPr>
        <p:spPr>
          <a:xfrm>
            <a:off x="9394209" y="995149"/>
            <a:ext cx="2411105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>
                <a:cs typeface="Arial"/>
              </a:rPr>
              <a:t>We have one request, </a:t>
            </a:r>
            <a:r>
              <a:rPr lang="en-US" sz="1400" b="1">
                <a:ea typeface="+mn-lt"/>
                <a:cs typeface="+mn-lt"/>
              </a:rPr>
              <a:t>RITM0235610, </a:t>
            </a:r>
            <a:r>
              <a:rPr lang="en-US" sz="1400">
                <a:ea typeface="+mn-lt"/>
                <a:cs typeface="+mn-lt"/>
              </a:rPr>
              <a:t>for SSL renewal. The current certificate is set to expire on 28th Feb'26.</a:t>
            </a:r>
            <a:endParaRPr lang="en-US" sz="1400">
              <a:cs typeface="Arial"/>
            </a:endParaRPr>
          </a:p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F10E35-885D-4146-2D9E-6DE3788E5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12" y="665238"/>
            <a:ext cx="8947025" cy="589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474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FE46E-0CC4-3F3B-0520-5325257C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21E908-0D5E-C73D-3162-1D8DB77889DD}"/>
              </a:ext>
            </a:extLst>
          </p:cNvPr>
          <p:cNvSpPr/>
          <p:nvPr/>
        </p:nvSpPr>
        <p:spPr>
          <a:xfrm rot="5400000">
            <a:off x="1624718" y="-881762"/>
            <a:ext cx="6029742" cy="8985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2C8CF-082E-7E6A-27B1-1C808D4F0DF4}"/>
              </a:ext>
            </a:extLst>
          </p:cNvPr>
          <p:cNvSpPr/>
          <p:nvPr/>
        </p:nvSpPr>
        <p:spPr>
          <a:xfrm rot="5400000">
            <a:off x="7649814" y="2230518"/>
            <a:ext cx="6029745" cy="2761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11C3A4-60BB-D996-0D62-2AAD03CD9C20}"/>
              </a:ext>
            </a:extLst>
          </p:cNvPr>
          <p:cNvSpPr txBox="1"/>
          <p:nvPr/>
        </p:nvSpPr>
        <p:spPr>
          <a:xfrm>
            <a:off x="9964973" y="590014"/>
            <a:ext cx="1572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262625"/>
                </a:solidFill>
                <a:latin typeface="Montserrat ExtraBold" panose="00000900000000000000" pitchFamily="2" charset="0"/>
              </a:rPr>
              <a:t>Comments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25C38-469C-443B-C225-F02934640B82}"/>
              </a:ext>
            </a:extLst>
          </p:cNvPr>
          <p:cNvSpPr txBox="1"/>
          <p:nvPr/>
        </p:nvSpPr>
        <p:spPr>
          <a:xfrm>
            <a:off x="146608" y="128349"/>
            <a:ext cx="3236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RITM Ageing</a:t>
            </a:r>
            <a:endParaRPr lang="en-US" sz="240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5F4FF8-8E12-6009-1244-243625DA3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05" y="671016"/>
            <a:ext cx="8984467" cy="590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217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BE6B-C2D4-8DE2-21F0-C3971507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AB6DF6-0185-8694-3F86-383101E77AEF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812916-F49F-B73D-DE25-1C8E7F3E7EE7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RITM Ageing &gt;5 Days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3263E3-8A0E-E2CE-05EC-0E5A30571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108996"/>
              </p:ext>
            </p:extLst>
          </p:nvPr>
        </p:nvGraphicFramePr>
        <p:xfrm>
          <a:off x="232436" y="708969"/>
          <a:ext cx="11627969" cy="1241504"/>
        </p:xfrm>
        <a:graphic>
          <a:graphicData uri="http://schemas.openxmlformats.org/drawingml/2006/table">
            <a:tbl>
              <a:tblPr firstRow="1" bandRow="1"/>
              <a:tblGrid>
                <a:gridCol w="1186589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3286506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935607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518312">
                  <a:extLst>
                    <a:ext uri="{9D8B030D-6E8A-4147-A177-3AD203B41FA5}">
                      <a16:colId xmlns:a16="http://schemas.microsoft.com/office/drawing/2014/main" val="3811636892"/>
                    </a:ext>
                  </a:extLst>
                </a:gridCol>
                <a:gridCol w="1026443">
                  <a:extLst>
                    <a:ext uri="{9D8B030D-6E8A-4147-A177-3AD203B41FA5}">
                      <a16:colId xmlns:a16="http://schemas.microsoft.com/office/drawing/2014/main" val="2100295380"/>
                    </a:ext>
                  </a:extLst>
                </a:gridCol>
                <a:gridCol w="703974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  <a:gridCol w="699446">
                  <a:extLst>
                    <a:ext uri="{9D8B030D-6E8A-4147-A177-3AD203B41FA5}">
                      <a16:colId xmlns:a16="http://schemas.microsoft.com/office/drawing/2014/main" val="2155653269"/>
                    </a:ext>
                  </a:extLst>
                </a:gridCol>
                <a:gridCol w="2271092">
                  <a:extLst>
                    <a:ext uri="{9D8B030D-6E8A-4147-A177-3AD203B41FA5}">
                      <a16:colId xmlns:a16="http://schemas.microsoft.com/office/drawing/2014/main" val="714034893"/>
                    </a:ext>
                  </a:extLst>
                </a:gridCol>
              </a:tblGrid>
              <a:tr h="5730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RITM No.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Description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Created On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State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Target Completion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%SLA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#Day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668503">
                <a:tc gridSpan="8"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600" b="1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 marL="45720" marR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defTabSz="914400"/>
                      <a:endParaRPr lang="en-US"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defTabSz="914400"/>
                      <a:endParaRPr lang="en-US"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defTabSz="914400"/>
                      <a:endParaRPr lang="en-US"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defTabSz="914400"/>
                      <a:endParaRPr lang="en-US"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defTabSz="914400"/>
                      <a:endParaRPr lang="en-US"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defTabSz="914400"/>
                      <a:endParaRPr lang="en-US"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740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687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5726D-B9E9-8D1F-4828-5E47E1FF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6E4653-551F-884F-D3A3-6A0F69E4A680}"/>
              </a:ext>
            </a:extLst>
          </p:cNvPr>
          <p:cNvSpPr/>
          <p:nvPr/>
        </p:nvSpPr>
        <p:spPr>
          <a:xfrm rot="5400000">
            <a:off x="1624718" y="-881762"/>
            <a:ext cx="6029742" cy="8985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79926-35CC-E0E5-49A3-875F8CB85DDD}"/>
              </a:ext>
            </a:extLst>
          </p:cNvPr>
          <p:cNvSpPr/>
          <p:nvPr/>
        </p:nvSpPr>
        <p:spPr>
          <a:xfrm rot="5400000">
            <a:off x="7649814" y="2230518"/>
            <a:ext cx="6029745" cy="2761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6CF88A-969F-4D63-506B-1B24C6DA5E0A}"/>
              </a:ext>
            </a:extLst>
          </p:cNvPr>
          <p:cNvSpPr txBox="1"/>
          <p:nvPr/>
        </p:nvSpPr>
        <p:spPr>
          <a:xfrm>
            <a:off x="9954087" y="666216"/>
            <a:ext cx="1572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262625"/>
                </a:solidFill>
                <a:latin typeface="Montserrat ExtraBold" panose="00000900000000000000" pitchFamily="2" charset="0"/>
              </a:rPr>
              <a:t>Comments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055777-ED8B-0325-E170-239AAB4345D2}"/>
              </a:ext>
            </a:extLst>
          </p:cNvPr>
          <p:cNvSpPr txBox="1"/>
          <p:nvPr/>
        </p:nvSpPr>
        <p:spPr>
          <a:xfrm>
            <a:off x="146608" y="63228"/>
            <a:ext cx="83801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RITMs with Solution Accepted &amp; Target Date</a:t>
            </a:r>
            <a:endParaRPr lang="en-US" sz="2400"/>
          </a:p>
          <a:p>
            <a:endParaRPr lang="en-US" sz="24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B246A3-EBD4-7252-AEC8-27E0CDAE6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61" y="693761"/>
            <a:ext cx="8965157" cy="584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38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E28D-3EF0-5DC1-CE8B-6BDA0E5B8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EDD006-8FC6-0A3F-CB47-84421CCAD319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EE7D64-FFC0-9C1E-9A81-CA8626E36EA7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Major Planned Activities​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1195705-B9C3-EA83-C359-7F8F329E3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30D08B-2D9F-9494-19E3-955A10119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50745"/>
              </p:ext>
            </p:extLst>
          </p:nvPr>
        </p:nvGraphicFramePr>
        <p:xfrm>
          <a:off x="233545" y="692881"/>
          <a:ext cx="11600647" cy="1162583"/>
        </p:xfrm>
        <a:graphic>
          <a:graphicData uri="http://schemas.openxmlformats.org/drawingml/2006/table">
            <a:tbl>
              <a:tblPr firstRow="1" bandRow="1"/>
              <a:tblGrid>
                <a:gridCol w="548333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1159566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1159566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2994991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1046922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811636892"/>
                    </a:ext>
                  </a:extLst>
                </a:gridCol>
                <a:gridCol w="1391479">
                  <a:extLst>
                    <a:ext uri="{9D8B030D-6E8A-4147-A177-3AD203B41FA5}">
                      <a16:colId xmlns:a16="http://schemas.microsoft.com/office/drawing/2014/main" val="2100295380"/>
                    </a:ext>
                  </a:extLst>
                </a:gridCol>
                <a:gridCol w="2266121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</a:tblGrid>
              <a:tr h="28911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S.no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INC/RITM Number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CHG Number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Description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PIC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Planned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Planned Time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792378">
                <a:tc grid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1600" b="1" kern="120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286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EF875-7E3F-28EA-297B-273F77C41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4AA8DC-5CAB-616C-B981-D8C17A4C72CC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D4F154-8AA7-351D-024C-F6AEF94C3523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Open Problem Ticket &amp; Status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CE1B73-528E-D325-A440-D692BD05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C1809E-8455-D215-6B67-6054E71DA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232432"/>
              </p:ext>
            </p:extLst>
          </p:nvPr>
        </p:nvGraphicFramePr>
        <p:xfrm>
          <a:off x="233545" y="692882"/>
          <a:ext cx="11600649" cy="1205655"/>
        </p:xfrm>
        <a:graphic>
          <a:graphicData uri="http://schemas.openxmlformats.org/drawingml/2006/table">
            <a:tbl>
              <a:tblPr firstRow="1" bandRow="1"/>
              <a:tblGrid>
                <a:gridCol w="548333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1159566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3081130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3811636892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2100295380"/>
                    </a:ext>
                  </a:extLst>
                </a:gridCol>
                <a:gridCol w="2676940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</a:tblGrid>
              <a:tr h="32877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S.no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Problem Number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Description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Create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Target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State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Status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774490">
                <a:tc grid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1600" b="1"/>
                        <a:t>NA</a:t>
                      </a:r>
                      <a:endParaRPr lang="en-US" sz="1200" b="1"/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251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B8B15-A343-66DA-8999-6A7BB1338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A87D43-2EA5-6B7E-11B9-B5E5B6740ECE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7F9DD-7FFF-BE29-4AD2-6FD5283D7A18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Leave Plan for Next Week &amp; Team Structure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82B7D0C-0A64-FAAE-0704-90196709B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A639DD-AB55-99B9-3DAB-9C1EE9312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214" y="26420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766380-E90D-2BFA-6893-8E0ED9971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446161"/>
              </p:ext>
            </p:extLst>
          </p:nvPr>
        </p:nvGraphicFramePr>
        <p:xfrm>
          <a:off x="188300" y="1246089"/>
          <a:ext cx="11724893" cy="388765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1051">
                  <a:extLst>
                    <a:ext uri="{9D8B030D-6E8A-4147-A177-3AD203B41FA5}">
                      <a16:colId xmlns:a16="http://schemas.microsoft.com/office/drawing/2014/main" val="152014949"/>
                    </a:ext>
                  </a:extLst>
                </a:gridCol>
                <a:gridCol w="1468803">
                  <a:extLst>
                    <a:ext uri="{9D8B030D-6E8A-4147-A177-3AD203B41FA5}">
                      <a16:colId xmlns:a16="http://schemas.microsoft.com/office/drawing/2014/main" val="3707090380"/>
                    </a:ext>
                  </a:extLst>
                </a:gridCol>
                <a:gridCol w="666937">
                  <a:extLst>
                    <a:ext uri="{9D8B030D-6E8A-4147-A177-3AD203B41FA5}">
                      <a16:colId xmlns:a16="http://schemas.microsoft.com/office/drawing/2014/main" val="3839593139"/>
                    </a:ext>
                  </a:extLst>
                </a:gridCol>
                <a:gridCol w="590508">
                  <a:extLst>
                    <a:ext uri="{9D8B030D-6E8A-4147-A177-3AD203B41FA5}">
                      <a16:colId xmlns:a16="http://schemas.microsoft.com/office/drawing/2014/main" val="3511174746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667532229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453513894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825348368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3806330605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553659181"/>
                    </a:ext>
                  </a:extLst>
                </a:gridCol>
                <a:gridCol w="699447">
                  <a:extLst>
                    <a:ext uri="{9D8B030D-6E8A-4147-A177-3AD203B41FA5}">
                      <a16:colId xmlns:a16="http://schemas.microsoft.com/office/drawing/2014/main" val="4136771653"/>
                    </a:ext>
                  </a:extLst>
                </a:gridCol>
                <a:gridCol w="626335">
                  <a:extLst>
                    <a:ext uri="{9D8B030D-6E8A-4147-A177-3AD203B41FA5}">
                      <a16:colId xmlns:a16="http://schemas.microsoft.com/office/drawing/2014/main" val="4294591404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652980604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272641850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742126759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3557741227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379897290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864311534"/>
                    </a:ext>
                  </a:extLst>
                </a:gridCol>
              </a:tblGrid>
              <a:tr h="308815">
                <a:tc rowSpan="2"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dk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dk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Tue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>
                          <a:effectLst/>
                          <a:latin typeface="Calibri"/>
                        </a:rPr>
                        <a:t>Wed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>
                          <a:effectLst/>
                          <a:latin typeface="Calibri"/>
                        </a:rPr>
                        <a:t>Thu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>
                          <a:effectLst/>
                          <a:latin typeface="Calibri"/>
                        </a:rPr>
                        <a:t>Fri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>
                          <a:effectLst/>
                          <a:latin typeface="Calibri"/>
                        </a:rPr>
                        <a:t>Sat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>
                          <a:effectLst/>
                          <a:latin typeface="Calibri"/>
                        </a:rPr>
                        <a:t>Sun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>
                          <a:effectLst/>
                          <a:latin typeface="Calibri"/>
                        </a:rPr>
                        <a:t>Mon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>
                          <a:effectLst/>
                          <a:latin typeface="Calibri"/>
                        </a:rPr>
                        <a:t>Tue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>
                          <a:effectLst/>
                          <a:latin typeface="Calibri"/>
                        </a:rPr>
                        <a:t>Wed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>
                          <a:effectLst/>
                          <a:latin typeface="Calibri"/>
                        </a:rPr>
                        <a:t>Thu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>
                          <a:effectLst/>
                          <a:latin typeface="Calibri"/>
                        </a:rPr>
                        <a:t>Fri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>
                          <a:effectLst/>
                          <a:latin typeface="Calibri"/>
                        </a:rPr>
                        <a:t>Sat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>
                          <a:effectLst/>
                          <a:latin typeface="Calibri"/>
                        </a:rPr>
                        <a:t>Sun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143201"/>
                  </a:ext>
                </a:extLst>
              </a:tr>
              <a:tr h="463224"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05-Jan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06-Jan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07-Jan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08-Jan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09-Jan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10-Jan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11-Jan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12-Jan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13-Jan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14-Jan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18-Jan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056132"/>
                  </a:ext>
                </a:extLst>
              </a:tr>
              <a:tr h="4702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Sn.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Name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Location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259002"/>
                  </a:ext>
                </a:extLst>
              </a:tr>
              <a:tr h="7229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Shubham Sharma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(Domain Owner)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09741"/>
                  </a:ext>
                </a:extLst>
              </a:tr>
              <a:tr h="5733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Saroj Kumar Gupta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344049"/>
                  </a:ext>
                </a:extLst>
              </a:tr>
              <a:tr h="674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Janvi Sah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664609"/>
                  </a:ext>
                </a:extLst>
              </a:tr>
              <a:tr h="674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Ashutosh Padhi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037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545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5637-7DBD-FF67-97F2-D870B979C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920A26-6365-9DEF-E707-141AF0E8C03A}"/>
              </a:ext>
            </a:extLst>
          </p:cNvPr>
          <p:cNvSpPr/>
          <p:nvPr/>
        </p:nvSpPr>
        <p:spPr>
          <a:xfrm rot="5400000">
            <a:off x="2796360" y="-2571524"/>
            <a:ext cx="6550442" cy="118499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3" name="Picture 2" descr="Wooden blocks with letters on them&#10;&#10;AI-generated content may be incorrect.">
            <a:extLst>
              <a:ext uri="{FF2B5EF4-FFF2-40B4-BE49-F238E27FC236}">
                <a16:creationId xmlns:a16="http://schemas.microsoft.com/office/drawing/2014/main" id="{60DB7E11-E028-FD70-7B43-88E682999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51" y="85596"/>
            <a:ext cx="11847015" cy="653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742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itleBan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pyrigh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itleBan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itleBan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CCC_PPT">
  <a:themeElements>
    <a:clrScheme name="SCCC_PPT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B9"/>
      </a:accent6>
      <a:hlink>
        <a:srgbClr val="CCCCFF"/>
      </a:hlink>
      <a:folHlink>
        <a:srgbClr val="B2B2B2"/>
      </a:folHlink>
    </a:clrScheme>
    <a:fontScheme name="SCCC_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CCC_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CC_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CCC_Powerpoint_EN2015_widescreen [Compatibility Mode]" id="{79C69728-4CEC-4B30-B0E2-A5AEB8763388}" vid="{0B74062D-CCAA-4669-A342-8D3CCE00179B}"/>
    </a:ext>
  </a:extLst>
</a:theme>
</file>

<file path=ppt/theme/theme3.xml><?xml version="1.0" encoding="utf-8"?>
<a:theme xmlns:a="http://schemas.openxmlformats.org/drawingml/2006/main" name="1_SCCC_PPT">
  <a:themeElements>
    <a:clrScheme name="SCCC_PPT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B9"/>
      </a:accent6>
      <a:hlink>
        <a:srgbClr val="CCCCFF"/>
      </a:hlink>
      <a:folHlink>
        <a:srgbClr val="B2B2B2"/>
      </a:folHlink>
    </a:clrScheme>
    <a:fontScheme name="SCCC_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CCC_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CC_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CCC_Powerpoint_EN2015_widescreen [Compatibility Mode]" id="{79C69728-4CEC-4B30-B0E2-A5AEB8763388}" vid="{0B74062D-CCAA-4669-A342-8D3CCE00179B}"/>
    </a:ext>
  </a:extLst>
</a:theme>
</file>

<file path=ppt/theme/theme4.xml><?xml version="1.0" encoding="utf-8"?>
<a:theme xmlns:a="http://schemas.openxmlformats.org/drawingml/2006/main" name="2_SCCC_PPT">
  <a:themeElements>
    <a:clrScheme name="SCCC_PPT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B9"/>
      </a:accent6>
      <a:hlink>
        <a:srgbClr val="CCCCFF"/>
      </a:hlink>
      <a:folHlink>
        <a:srgbClr val="B2B2B2"/>
      </a:folHlink>
    </a:clrScheme>
    <a:fontScheme name="SCCC_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CCC_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CC_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CCC_Powerpoint_EN2015_widescreen [Compatibility Mode]" id="{79C69728-4CEC-4B30-B0E2-A5AEB8763388}" vid="{0B74062D-CCAA-4669-A342-8D3CCE0017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3A8E74629E404C83EC33C86159F1D2" ma:contentTypeVersion="24" ma:contentTypeDescription="Create a new document." ma:contentTypeScope="" ma:versionID="39de5173ef6afc73f3060541ab15076e">
  <xsd:schema xmlns:xsd="http://www.w3.org/2001/XMLSchema" xmlns:xs="http://www.w3.org/2001/XMLSchema" xmlns:p="http://schemas.microsoft.com/office/2006/metadata/properties" xmlns:ns2="b3b16417-066c-4076-9162-8c3be73b755b" xmlns:ns3="6b25960a-2142-4b42-8fba-d8be95a555a9" targetNamespace="http://schemas.microsoft.com/office/2006/metadata/properties" ma:root="true" ma:fieldsID="b3144702ecbb67bba9c370007525ec2b" ns2:_="" ns3:_="">
    <xsd:import namespace="b3b16417-066c-4076-9162-8c3be73b755b"/>
    <xsd:import namespace="6b25960a-2142-4b42-8fba-d8be95a555a9"/>
    <xsd:element name="properties">
      <xsd:complexType>
        <xsd:sequence>
          <xsd:element name="documentManagement">
            <xsd:complexType>
              <xsd:all>
                <xsd:element ref="ns2:ReviewComment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PotentialtouseintheFuture" minOccurs="0"/>
                <xsd:element ref="ns2:FutureRef_x002e_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b16417-066c-4076-9162-8c3be73b755b" elementFormDefault="qualified">
    <xsd:import namespace="http://schemas.microsoft.com/office/2006/documentManagement/types"/>
    <xsd:import namespace="http://schemas.microsoft.com/office/infopath/2007/PartnerControls"/>
    <xsd:element name="ReviewComment" ma:index="3" nillable="true" ma:displayName="Current Takeaway" ma:format="Dropdown" ma:internalName="ReviewComment">
      <xsd:simpleType>
        <xsd:restriction base="dms:Note">
          <xsd:maxLength value="255"/>
        </xsd:restrict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hidden="true" ma:internalName="MediaServiceKeyPoints" ma:readOnly="true">
      <xsd:simpleType>
        <xsd:restriction base="dms:Note"/>
      </xsd:simpleType>
    </xsd:element>
    <xsd:element name="MediaServiceAutoTags" ma:index="16" nillable="true" ma:displayName="Tags" ma:hidden="true" ma:internalName="MediaServiceAutoTags" ma:readOnly="true">
      <xsd:simpleType>
        <xsd:restriction base="dms:Text"/>
      </xsd:simpleType>
    </xsd:element>
    <xsd:element name="MediaServiceOCR" ma:index="17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bc558e4-5a60-474c-a646-3464ac7a08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description="" ma:hidden="true" ma:indexed="true" ma:internalName="MediaServiceLocation" ma:readOnly="true">
      <xsd:simpleType>
        <xsd:restriction base="dms:Text"/>
      </xsd:simpleType>
    </xsd:element>
    <xsd:element name="PotentialtouseintheFuture" ma:index="26" nillable="true" ma:displayName="Potential to use in the Future" ma:format="Dropdown" ma:internalName="PotentialtouseintheFuture">
      <xsd:simpleType>
        <xsd:restriction base="dms:Text">
          <xsd:maxLength value="255"/>
        </xsd:restriction>
      </xsd:simpleType>
    </xsd:element>
    <xsd:element name="FutureRef_x002e_" ma:index="27" nillable="true" ma:displayName="Future Ref." ma:format="Dropdown" ma:internalName="FutureRef_x002e_">
      <xsd:simpleType>
        <xsd:restriction base="dms:Note">
          <xsd:maxLength value="255"/>
        </xsd:restriction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25960a-2142-4b42-8fba-d8be95a555a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2" nillable="true" ma:displayName="Taxonomy Catch All Column" ma:hidden="true" ma:list="{29c6a820-6340-4101-bd57-13b09864b7c2}" ma:internalName="TaxCatchAll" ma:readOnly="false" ma:showField="CatchAllData" ma:web="6b25960a-2142-4b42-8fba-d8be95a555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haredContentType xmlns="Microsoft.SharePoint.Taxonomy.ContentTypeSync" SourceId="6bc558e4-5a60-474c-a646-3464ac7a0862" ContentTypeId="0x0101" PreviousValue="false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b16417-066c-4076-9162-8c3be73b755b">
      <Terms xmlns="http://schemas.microsoft.com/office/infopath/2007/PartnerControls"/>
    </lcf76f155ced4ddcb4097134ff3c332f>
    <TaxCatchAll xmlns="6b25960a-2142-4b42-8fba-d8be95a555a9" xsi:nil="true"/>
    <ReviewComment xmlns="b3b16417-066c-4076-9162-8c3be73b755b" xsi:nil="true"/>
    <PotentialtouseintheFuture xmlns="b3b16417-066c-4076-9162-8c3be73b755b" xsi:nil="true"/>
    <FutureRef_x002e_ xmlns="b3b16417-066c-4076-9162-8c3be73b755b" xsi:nil="true"/>
  </documentManagement>
</p:properties>
</file>

<file path=customXml/itemProps1.xml><?xml version="1.0" encoding="utf-8"?>
<ds:datastoreItem xmlns:ds="http://schemas.openxmlformats.org/officeDocument/2006/customXml" ds:itemID="{7B95FE02-F1D9-4D5C-8E2C-E6CEE298048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D6C4E1-4FB5-420F-8A04-CA666F3803D8}">
  <ds:schemaRefs>
    <ds:schemaRef ds:uri="6b25960a-2142-4b42-8fba-d8be95a555a9"/>
    <ds:schemaRef ds:uri="b3b16417-066c-4076-9162-8c3be73b755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1A8B10C-983C-4CE7-800E-2C9482539367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2BBDBB32-552D-4BA4-9A81-F6C25E369FA8}">
  <ds:schemaRefs>
    <ds:schemaRef ds:uri="6b25960a-2142-4b42-8fba-d8be95a555a9"/>
    <ds:schemaRef ds:uri="b3b16417-066c-4076-9162-8c3be73b755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b727a530-a0d5-4fb8-bd40-d8f9763e97db}" enabled="0" method="" siteId="{b727a530-a0d5-4fb8-bd40-d8f9763e97d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23</Slides>
  <Notes>7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Office Theme</vt:lpstr>
      <vt:lpstr>SCCC_PPT</vt:lpstr>
      <vt:lpstr>1_SCCC_PPT</vt:lpstr>
      <vt:lpstr>2_SCCC_PPT</vt:lpstr>
      <vt:lpstr>OMEGA Module Weekly Meeting – Azure Cloud (PaaS/SaaS)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Operational Summary and Points-to-be discussed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OMEGA Module Weekly Meeting – Azure Cloud (PaaS/SaaS)</dc:title>
  <dc:creator>Ankit Singh - I</dc:creator>
  <cp:revision>1</cp:revision>
  <dcterms:created xsi:type="dcterms:W3CDTF">2025-05-23T08:09:37Z</dcterms:created>
  <dcterms:modified xsi:type="dcterms:W3CDTF">2026-01-06T05:33:53Z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0x010100513A8E74629E404C83EC33C86159F1D2</vt:lpwstr>
  </property>
  <property fmtid="{D5CDD505-2E9C-101B-9397-08002B2CF9AE}" pid="3" name="MediaServiceImageTags">
    <vt:lpwstr/>
  </property>
</Properties>
</file>