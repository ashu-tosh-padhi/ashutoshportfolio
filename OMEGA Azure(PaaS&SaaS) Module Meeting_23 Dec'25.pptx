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5" r:id="rId7"/>
    <p:sldMasterId id="2147483692" r:id="rId8"/>
  </p:sldMasterIdLst>
  <p:notesMasterIdLst>
    <p:notesMasterId r:id="rId32"/>
  </p:notesMasterIdLst>
  <p:sldIdLst>
    <p:sldId id="261" r:id="rId9"/>
    <p:sldId id="5282" r:id="rId10"/>
    <p:sldId id="6213" r:id="rId11"/>
    <p:sldId id="6232" r:id="rId12"/>
    <p:sldId id="6226" r:id="rId13"/>
    <p:sldId id="6222" r:id="rId14"/>
    <p:sldId id="6229" r:id="rId15"/>
    <p:sldId id="6218" r:id="rId16"/>
    <p:sldId id="6223" r:id="rId17"/>
    <p:sldId id="6230" r:id="rId18"/>
    <p:sldId id="5297" r:id="rId19"/>
    <p:sldId id="6215" r:id="rId20"/>
    <p:sldId id="6228" r:id="rId21"/>
    <p:sldId id="6224" r:id="rId22"/>
    <p:sldId id="5288" r:id="rId23"/>
    <p:sldId id="260" r:id="rId24"/>
    <p:sldId id="5285" r:id="rId25"/>
    <p:sldId id="5290" r:id="rId26"/>
    <p:sldId id="5291" r:id="rId27"/>
    <p:sldId id="5292" r:id="rId28"/>
    <p:sldId id="5293" r:id="rId29"/>
    <p:sldId id="6211" r:id="rId30"/>
    <p:sldId id="62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41C5F-8881-473A-B843-E66261B5CA0B}">
          <p14:sldIdLst>
            <p14:sldId id="261"/>
            <p14:sldId id="5282"/>
            <p14:sldId id="6213"/>
            <p14:sldId id="6232"/>
            <p14:sldId id="6226"/>
            <p14:sldId id="6222"/>
            <p14:sldId id="6229"/>
            <p14:sldId id="6218"/>
            <p14:sldId id="6223"/>
            <p14:sldId id="6230"/>
            <p14:sldId id="5297"/>
            <p14:sldId id="6215"/>
            <p14:sldId id="6228"/>
            <p14:sldId id="6224"/>
            <p14:sldId id="5288"/>
          </p14:sldIdLst>
        </p14:section>
        <p14:section name="Operation_Performance" id="{B7B82C3A-8322-431D-A616-E8A29CAFA2D6}">
          <p14:sldIdLst>
            <p14:sldId id="260"/>
            <p14:sldId id="5285"/>
            <p14:sldId id="5290"/>
            <p14:sldId id="5291"/>
          </p14:sldIdLst>
        </p14:section>
        <p14:section name="Others" id="{F5782CE1-A4EE-4E82-8DDB-569C0826248B}">
          <p14:sldIdLst>
            <p14:sldId id="5292"/>
            <p14:sldId id="5293"/>
            <p14:sldId id="6211"/>
            <p14:sldId id="623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E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E79C0-D106-EF61-A426-2FB4CC5C3369}" v="6" dt="2025-12-26T02:09:56.848"/>
    <p1510:client id="{AE665299-AE72-98B5-6C73-AE7C6E4C400F}" v="135" dt="2025-12-24T09:12:07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Padhi" userId="S::ashutosh.padhi@inseegroup.onmicrosoft.com::0164c910-f0c0-434a-965d-5bc5ba8e0963" providerId="AD" clId="Web-{F2B76C27-C3BF-02C5-61DF-E9FB83897247}"/>
    <pc:docChg chg="modSld">
      <pc:chgData name="Ashutosh Padhi" userId="S::ashutosh.padhi@inseegroup.onmicrosoft.com::0164c910-f0c0-434a-965d-5bc5ba8e0963" providerId="AD" clId="Web-{F2B76C27-C3BF-02C5-61DF-E9FB83897247}" dt="2025-12-17T02:30:05.364" v="0"/>
      <pc:docMkLst>
        <pc:docMk/>
      </pc:docMkLst>
      <pc:sldChg chg="modSp">
        <pc:chgData name="Ashutosh Padhi" userId="S::ashutosh.padhi@inseegroup.onmicrosoft.com::0164c910-f0c0-434a-965d-5bc5ba8e0963" providerId="AD" clId="Web-{F2B76C27-C3BF-02C5-61DF-E9FB83897247}" dt="2025-12-17T02:30:05.364" v="0"/>
        <pc:sldMkLst>
          <pc:docMk/>
          <pc:sldMk cId="1226687234" sldId="5290"/>
        </pc:sldMkLst>
        <pc:graphicFrameChg chg="modGraphic">
          <ac:chgData name="Ashutosh Padhi" userId="S::ashutosh.padhi@inseegroup.onmicrosoft.com::0164c910-f0c0-434a-965d-5bc5ba8e0963" providerId="AD" clId="Web-{F2B76C27-C3BF-02C5-61DF-E9FB83897247}" dt="2025-12-17T02:30:05.364" v="0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249C2F2A-E26F-18A9-73F4-46B5B5BE8089}"/>
    <pc:docChg chg="delSld modSld modSection">
      <pc:chgData name="Ashutosh Padhi" userId="S::ashutosh.padhi@inseegroup.onmicrosoft.com::0164c910-f0c0-434a-965d-5bc5ba8e0963" providerId="AD" clId="Web-{249C2F2A-E26F-18A9-73F4-46B5B5BE8089}" dt="2025-12-16T04:59:06.899" v="420"/>
      <pc:docMkLst>
        <pc:docMk/>
      </pc:docMkLst>
      <pc:sldChg chg="addSp delSp modSp">
        <pc:chgData name="Ashutosh Padhi" userId="S::ashutosh.padhi@inseegroup.onmicrosoft.com::0164c910-f0c0-434a-965d-5bc5ba8e0963" providerId="AD" clId="Web-{249C2F2A-E26F-18A9-73F4-46B5B5BE8089}" dt="2025-12-16T04:24:57.673" v="88" actId="14100"/>
        <pc:sldMkLst>
          <pc:docMk/>
          <pc:sldMk cId="1986474312" sldId="260"/>
        </pc:sldMkLst>
        <pc:spChg chg="mod">
          <ac:chgData name="Ashutosh Padhi" userId="S::ashutosh.padhi@inseegroup.onmicrosoft.com::0164c910-f0c0-434a-965d-5bc5ba8e0963" providerId="AD" clId="Web-{249C2F2A-E26F-18A9-73F4-46B5B5BE8089}" dt="2025-12-16T04:24:37.110" v="83" actId="20577"/>
          <ac:spMkLst>
            <pc:docMk/>
            <pc:sldMk cId="1986474312" sldId="260"/>
            <ac:spMk id="6" creationId="{535625D2-BCF1-3232-0D84-2F07E9B2726D}"/>
          </ac:spMkLst>
        </pc:spChg>
      </pc:sldChg>
      <pc:sldChg chg="modSp">
        <pc:chgData name="Ashutosh Padhi" userId="S::ashutosh.padhi@inseegroup.onmicrosoft.com::0164c910-f0c0-434a-965d-5bc5ba8e0963" providerId="AD" clId="Web-{249C2F2A-E26F-18A9-73F4-46B5B5BE8089}" dt="2025-12-16T04:18:17.931" v="3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249C2F2A-E26F-18A9-73F4-46B5B5BE8089}" dt="2025-12-16T04:18:17.931" v="3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249C2F2A-E26F-18A9-73F4-46B5B5BE8089}" dt="2025-12-16T04:18:48.354" v="12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18:48.354" v="12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38:43.861" v="107" actId="14100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41:15.394" v="316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41:15.394" v="316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49C2F2A-E26F-18A9-73F4-46B5B5BE8089}" dt="2025-12-16T04:46:02.937" v="325" actId="14100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249C2F2A-E26F-18A9-73F4-46B5B5BE8089}" dt="2025-12-16T04:59:06.899" v="420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249C2F2A-E26F-18A9-73F4-46B5B5BE8089}" dt="2025-12-16T04:59:06.899" v="420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249C2F2A-E26F-18A9-73F4-46B5B5BE8089}" dt="2025-12-16T04:20:36.091" v="71" actId="20577"/>
        <pc:sldMkLst>
          <pc:docMk/>
          <pc:sldMk cId="1867862970" sldId="6228"/>
        </pc:sldMkLst>
        <pc:spChg chg="mod">
          <ac:chgData name="Ashutosh Padhi" userId="S::ashutosh.padhi@inseegroup.onmicrosoft.com::0164c910-f0c0-434a-965d-5bc5ba8e0963" providerId="AD" clId="Web-{249C2F2A-E26F-18A9-73F4-46B5B5BE8089}" dt="2025-12-16T04:20:36.091" v="71" actId="20577"/>
          <ac:spMkLst>
            <pc:docMk/>
            <pc:sldMk cId="1867862970" sldId="6228"/>
            <ac:spMk id="3" creationId="{2100F771-A5BF-364C-D7A6-864C3DB3D1A5}"/>
          </ac:spMkLst>
        </pc:spChg>
      </pc:sldChg>
    </pc:docChg>
  </pc:docChgLst>
  <pc:docChgLst>
    <pc:chgData name="Shubham Sharma" userId="4dd17e97-4b35-4f5a-acea-fe68010c64e5" providerId="ADAL" clId="{10F16DF8-0E04-4BD5-8A47-76305DD06944}"/>
    <pc:docChg chg="modSld">
      <pc:chgData name="Shubham Sharma" userId="4dd17e97-4b35-4f5a-acea-fe68010c64e5" providerId="ADAL" clId="{10F16DF8-0E04-4BD5-8A47-76305DD06944}" dt="2025-12-17T02:27:17.274" v="1" actId="20577"/>
      <pc:docMkLst>
        <pc:docMk/>
      </pc:docMkLst>
      <pc:sldChg chg="modSp mod">
        <pc:chgData name="Shubham Sharma" userId="4dd17e97-4b35-4f5a-acea-fe68010c64e5" providerId="ADAL" clId="{10F16DF8-0E04-4BD5-8A47-76305DD06944}" dt="2025-12-17T02:27:17.274" v="1" actId="20577"/>
        <pc:sldMkLst>
          <pc:docMk/>
          <pc:sldMk cId="1986474312" sldId="260"/>
        </pc:sldMkLst>
        <pc:spChg chg="mod">
          <ac:chgData name="Shubham Sharma" userId="4dd17e97-4b35-4f5a-acea-fe68010c64e5" providerId="ADAL" clId="{10F16DF8-0E04-4BD5-8A47-76305DD06944}" dt="2025-12-17T02:27:17.274" v="1" actId="20577"/>
          <ac:spMkLst>
            <pc:docMk/>
            <pc:sldMk cId="1986474312" sldId="260"/>
            <ac:spMk id="6" creationId="{535625D2-BCF1-3232-0D84-2F07E9B2726D}"/>
          </ac:spMkLst>
        </pc:spChg>
      </pc:sldChg>
    </pc:docChg>
  </pc:docChgLst>
  <pc:docChgLst>
    <pc:chgData clId="Web-{0E5C0BBB-296F-819E-4B0C-10BA2601A6FB}"/>
    <pc:docChg chg="modSld">
      <pc:chgData name="" userId="" providerId="" clId="Web-{0E5C0BBB-296F-819E-4B0C-10BA2601A6FB}" dt="2025-12-02T12:04:15.044" v="0" actId="20577"/>
      <pc:docMkLst>
        <pc:docMk/>
      </pc:docMkLst>
      <pc:sldChg chg="modSp">
        <pc:chgData name="" userId="" providerId="" clId="Web-{0E5C0BBB-296F-819E-4B0C-10BA2601A6FB}" dt="2025-12-02T12:04:15.044" v="0" actId="20577"/>
        <pc:sldMkLst>
          <pc:docMk/>
          <pc:sldMk cId="1766131591" sldId="261"/>
        </pc:sldMkLst>
        <pc:spChg chg="mod">
          <ac:chgData name="" userId="" providerId="" clId="Web-{0E5C0BBB-296F-819E-4B0C-10BA2601A6FB}" dt="2025-12-02T12:04:15.044" v="0" actId="20577"/>
          <ac:spMkLst>
            <pc:docMk/>
            <pc:sldMk cId="1766131591" sldId="261"/>
            <ac:spMk id="2" creationId="{7C90A8F5-958D-47BB-9F67-4AD15E4AC98A}"/>
          </ac:spMkLst>
        </pc:spChg>
      </pc:sldChg>
    </pc:docChg>
  </pc:docChgLst>
  <pc:docChgLst>
    <pc:chgData name="Ashutosh Padhi" userId="S::ashutosh.padhi@inseegroup.onmicrosoft.com::0164c910-f0c0-434a-965d-5bc5ba8e0963" providerId="AD" clId="Web-{B2DF7B96-E707-5447-FFB8-DE85F7CF402A}"/>
    <pc:docChg chg="modSld">
      <pc:chgData name="Ashutosh Padhi" userId="S::ashutosh.padhi@inseegroup.onmicrosoft.com::0164c910-f0c0-434a-965d-5bc5ba8e0963" providerId="AD" clId="Web-{B2DF7B96-E707-5447-FFB8-DE85F7CF402A}" dt="2025-12-23T08:57:48.407" v="638"/>
      <pc:docMkLst>
        <pc:docMk/>
      </pc:docMkLst>
      <pc:sldChg chg="addSp delSp modSp">
        <pc:chgData name="Ashutosh Padhi" userId="S::ashutosh.padhi@inseegroup.onmicrosoft.com::0164c910-f0c0-434a-965d-5bc5ba8e0963" providerId="AD" clId="Web-{B2DF7B96-E707-5447-FFB8-DE85F7CF402A}" dt="2025-12-23T08:02:24.228" v="9" actId="1076"/>
        <pc:sldMkLst>
          <pc:docMk/>
          <pc:sldMk cId="1986474312" sldId="260"/>
        </pc:sldMkLst>
        <pc:picChg chg="add mod">
          <ac:chgData name="Ashutosh Padhi" userId="S::ashutosh.padhi@inseegroup.onmicrosoft.com::0164c910-f0c0-434a-965d-5bc5ba8e0963" providerId="AD" clId="Web-{B2DF7B96-E707-5447-FFB8-DE85F7CF402A}" dt="2025-12-23T08:02:24.228" v="9" actId="1076"/>
          <ac:picMkLst>
            <pc:docMk/>
            <pc:sldMk cId="1986474312" sldId="260"/>
            <ac:picMk id="5" creationId="{F6387E03-A828-E470-1ED1-22E362008EAB}"/>
          </ac:picMkLst>
        </pc:picChg>
      </pc:sldChg>
      <pc:sldChg chg="modSp">
        <pc:chgData name="Ashutosh Padhi" userId="S::ashutosh.padhi@inseegroup.onmicrosoft.com::0164c910-f0c0-434a-965d-5bc5ba8e0963" providerId="AD" clId="Web-{B2DF7B96-E707-5447-FFB8-DE85F7CF402A}" dt="2025-12-23T07:10:15.801" v="0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B2DF7B96-E707-5447-FFB8-DE85F7CF402A}" dt="2025-12-23T07:10:15.801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B2DF7B96-E707-5447-FFB8-DE85F7CF402A}" dt="2025-12-23T07:10:26.786" v="1"/>
        <pc:sldMkLst>
          <pc:docMk/>
          <pc:sldMk cId="2739538269" sldId="5282"/>
        </pc:sldMkLst>
        <pc:graphicFrameChg chg="modGraphic">
          <ac:chgData name="Ashutosh Padhi" userId="S::ashutosh.padhi@inseegroup.onmicrosoft.com::0164c910-f0c0-434a-965d-5bc5ba8e0963" providerId="AD" clId="Web-{B2DF7B96-E707-5447-FFB8-DE85F7CF402A}" dt="2025-12-23T07:10:26.786" v="1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3:42.573" v="16" actId="1076"/>
        <pc:sldMkLst>
          <pc:docMk/>
          <pc:sldMk cId="2227217778" sldId="5285"/>
        </pc:sldMkLst>
        <pc:picChg chg="add mod">
          <ac:chgData name="Ashutosh Padhi" userId="S::ashutosh.padhi@inseegroup.onmicrosoft.com::0164c910-f0c0-434a-965d-5bc5ba8e0963" providerId="AD" clId="Web-{B2DF7B96-E707-5447-FFB8-DE85F7CF402A}" dt="2025-12-23T08:03:42.573" v="16" actId="1076"/>
          <ac:picMkLst>
            <pc:docMk/>
            <pc:sldMk cId="2227217778" sldId="5285"/>
            <ac:picMk id="4" creationId="{C09F7A21-A632-9072-D725-BE676871B418}"/>
          </ac:picMkLst>
        </pc:picChg>
      </pc:sldChg>
      <pc:sldChg chg="modSp">
        <pc:chgData name="Ashutosh Padhi" userId="S::ashutosh.padhi@inseegroup.onmicrosoft.com::0164c910-f0c0-434a-965d-5bc5ba8e0963" providerId="AD" clId="Web-{B2DF7B96-E707-5447-FFB8-DE85F7CF402A}" dt="2025-12-23T08:04:50.527" v="210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4:50.527" v="210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B2DF7B96-E707-5447-FFB8-DE85F7CF402A}" dt="2025-12-23T08:05:38.418" v="215" actId="14100"/>
        <pc:sldMkLst>
          <pc:docMk/>
          <pc:sldMk cId="4163238611" sldId="5291"/>
        </pc:sldMkLst>
        <pc:picChg chg="add mod">
          <ac:chgData name="Ashutosh Padhi" userId="S::ashutosh.padhi@inseegroup.onmicrosoft.com::0164c910-f0c0-434a-965d-5bc5ba8e0963" providerId="AD" clId="Web-{B2DF7B96-E707-5447-FFB8-DE85F7CF402A}" dt="2025-12-23T08:05:38.418" v="215" actId="14100"/>
          <ac:picMkLst>
            <pc:docMk/>
            <pc:sldMk cId="4163238611" sldId="5291"/>
            <ac:picMk id="4" creationId="{2A7DAD54-C228-70DE-E236-B3E59BB1E6B6}"/>
          </ac:picMkLst>
        </pc:picChg>
      </pc:sldChg>
      <pc:sldChg chg="modSp">
        <pc:chgData name="Ashutosh Padhi" userId="S::ashutosh.padhi@inseegroup.onmicrosoft.com::0164c910-f0c0-434a-965d-5bc5ba8e0963" providerId="AD" clId="Web-{B2DF7B96-E707-5447-FFB8-DE85F7CF402A}" dt="2025-12-23T08:06:51.841" v="33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06:51.841" v="33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0:42.040" v="384"/>
        <pc:sldMkLst>
          <pc:docMk/>
          <pc:sldMk cId="2863955415" sldId="6218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0:42.040" v="38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57:48.407" v="638"/>
        <pc:sldMkLst>
          <pc:docMk/>
          <pc:sldMk cId="388141262" sldId="6222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57:48.407" v="638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B2DF7B96-E707-5447-FFB8-DE85F7CF402A}" dt="2025-12-23T08:46:03.736" v="432"/>
        <pc:sldMkLst>
          <pc:docMk/>
          <pc:sldMk cId="2843726764" sldId="6229"/>
        </pc:sldMkLst>
        <pc:graphicFrameChg chg="mod modGraphic">
          <ac:chgData name="Ashutosh Padhi" userId="S::ashutosh.padhi@inseegroup.onmicrosoft.com::0164c910-f0c0-434a-965d-5bc5ba8e0963" providerId="AD" clId="Web-{B2DF7B96-E707-5447-FFB8-DE85F7CF402A}" dt="2025-12-23T08:46:03.736" v="432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787630DA-C546-DAF4-6EB4-842C3EF1B0B6}"/>
    <pc:docChg chg="modSld">
      <pc:chgData name="Ashutosh Padhi" userId="S::ashutosh.padhi@inseegroup.onmicrosoft.com::0164c910-f0c0-434a-965d-5bc5ba8e0963" providerId="AD" clId="Web-{787630DA-C546-DAF4-6EB4-842C3EF1B0B6}" dt="2025-12-09T06:38:25.339" v="32" actId="1076"/>
      <pc:docMkLst>
        <pc:docMk/>
      </pc:docMkLst>
      <pc:sldChg chg="addSp delSp modSp">
        <pc:chgData name="Ashutosh Padhi" userId="S::ashutosh.padhi@inseegroup.onmicrosoft.com::0164c910-f0c0-434a-965d-5bc5ba8e0963" providerId="AD" clId="Web-{787630DA-C546-DAF4-6EB4-842C3EF1B0B6}" dt="2025-12-09T06:34:45.483" v="9" actId="1076"/>
        <pc:sldMkLst>
          <pc:docMk/>
          <pc:sldMk cId="1986474312" sldId="260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5:51.578" v="16" actId="14100"/>
        <pc:sldMkLst>
          <pc:docMk/>
          <pc:sldMk cId="2227217778" sldId="5285"/>
        </pc:sldMkLst>
      </pc:sldChg>
      <pc:sldChg chg="addSp delSp modSp">
        <pc:chgData name="Ashutosh Padhi" userId="S::ashutosh.padhi@inseegroup.onmicrosoft.com::0164c910-f0c0-434a-965d-5bc5ba8e0963" providerId="AD" clId="Web-{787630DA-C546-DAF4-6EB4-842C3EF1B0B6}" dt="2025-12-09T06:38:25.339" v="32" actId="1076"/>
        <pc:sldMkLst>
          <pc:docMk/>
          <pc:sldMk cId="4163238611" sldId="5291"/>
        </pc:sldMkLst>
      </pc:sldChg>
    </pc:docChg>
  </pc:docChgLst>
  <pc:docChgLst>
    <pc:chgData name="Janvi Sah" userId="S::janvi.sah@inseegroup.onmicrosoft.com::f40b1070-b57e-4a71-bda7-074c4efadbe4" providerId="AD" clId="Web-{AEAD5714-223F-3B35-3256-DA2CEA9B8411}"/>
    <pc:docChg chg="modSld">
      <pc:chgData name="Janvi Sah" userId="S::janvi.sah@inseegroup.onmicrosoft.com::f40b1070-b57e-4a71-bda7-074c4efadbe4" providerId="AD" clId="Web-{AEAD5714-223F-3B35-3256-DA2CEA9B8411}" dt="2025-12-23T09:53:42.506" v="224"/>
      <pc:docMkLst>
        <pc:docMk/>
      </pc:docMkLst>
      <pc:sldChg chg="modSp">
        <pc:chgData name="Janvi Sah" userId="S::janvi.sah@inseegroup.onmicrosoft.com::f40b1070-b57e-4a71-bda7-074c4efadbe4" providerId="AD" clId="Web-{AEAD5714-223F-3B35-3256-DA2CEA9B8411}" dt="2025-12-23T09:53:42.506" v="224"/>
        <pc:sldMkLst>
          <pc:docMk/>
          <pc:sldMk cId="1226687234" sldId="5290"/>
        </pc:sldMkLst>
        <pc:graphicFrameChg chg="mod modGraphic">
          <ac:chgData name="Janvi Sah" userId="S::janvi.sah@inseegroup.onmicrosoft.com::f40b1070-b57e-4a71-bda7-074c4efadbe4" providerId="AD" clId="Web-{AEAD5714-223F-3B35-3256-DA2CEA9B8411}" dt="2025-12-23T09:53:42.506" v="224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AEAD5714-223F-3B35-3256-DA2CEA9B8411}" dt="2025-12-23T09:51:58.438" v="212"/>
        <pc:sldMkLst>
          <pc:docMk/>
          <pc:sldMk cId="883369054" sldId="6230"/>
        </pc:sldMkLst>
        <pc:graphicFrameChg chg="add mod modGraphic">
          <ac:chgData name="Janvi Sah" userId="S::janvi.sah@inseegroup.onmicrosoft.com::f40b1070-b57e-4a71-bda7-074c4efadbe4" providerId="AD" clId="Web-{AEAD5714-223F-3B35-3256-DA2CEA9B8411}" dt="2025-12-23T09:51:58.438" v="212"/>
          <ac:graphicFrameMkLst>
            <pc:docMk/>
            <pc:sldMk cId="883369054" sldId="6230"/>
            <ac:graphicFrameMk id="6" creationId="{6C359159-654D-9DA2-057E-A2C3C86CCF1E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8818DB6A-E52C-5B92-42A3-441EBC8B8797}"/>
    <pc:docChg chg="modSld">
      <pc:chgData name="Janvi Sah" userId="S::janvi.sah@inseegroup.onmicrosoft.com::f40b1070-b57e-4a71-bda7-074c4efadbe4" providerId="AD" clId="Web-{8818DB6A-E52C-5B92-42A3-441EBC8B8797}" dt="2025-12-10T03:24:22.901" v="9"/>
      <pc:docMkLst>
        <pc:docMk/>
      </pc:docMkLst>
      <pc:sldChg chg="modSp">
        <pc:chgData name="Janvi Sah" userId="S::janvi.sah@inseegroup.onmicrosoft.com::f40b1070-b57e-4a71-bda7-074c4efadbe4" providerId="AD" clId="Web-{8818DB6A-E52C-5B92-42A3-441EBC8B8797}" dt="2025-12-10T03:24:22.901" v="9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8818DB6A-E52C-5B92-42A3-441EBC8B8797}" dt="2025-12-10T03:24:22.901" v="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BD9A0CA7-8F90-F61F-EDAB-6899F39AD13F}"/>
    <pc:docChg chg="modSld">
      <pc:chgData name="Janvi Sah" userId="S::janvi.sah@inseegroup.onmicrosoft.com::f40b1070-b57e-4a71-bda7-074c4efadbe4" providerId="AD" clId="Web-{BD9A0CA7-8F90-F61F-EDAB-6899F39AD13F}" dt="2025-12-16T09:43:42.431" v="117"/>
      <pc:docMkLst>
        <pc:docMk/>
      </pc:docMkLst>
      <pc:sldChg chg="modSp">
        <pc:chgData name="Janvi Sah" userId="S::janvi.sah@inseegroup.onmicrosoft.com::f40b1070-b57e-4a71-bda7-074c4efadbe4" providerId="AD" clId="Web-{BD9A0CA7-8F90-F61F-EDAB-6899F39AD13F}" dt="2025-12-16T09:43:42.431" v="117"/>
        <pc:sldMkLst>
          <pc:docMk/>
          <pc:sldMk cId="1785435542" sldId="6223"/>
        </pc:sldMkLst>
      </pc:sldChg>
    </pc:docChg>
  </pc:docChgLst>
  <pc:docChgLst>
    <pc:chgData name="Ashutosh Padhi" userId="S::ashutosh.padhi@inseegroup.onmicrosoft.com::0164c910-f0c0-434a-965d-5bc5ba8e0963" providerId="AD" clId="Web-{6E8E79C0-D106-EF61-A426-2FB4CC5C3369}"/>
    <pc:docChg chg="modSld">
      <pc:chgData name="Ashutosh Padhi" userId="S::ashutosh.padhi@inseegroup.onmicrosoft.com::0164c910-f0c0-434a-965d-5bc5ba8e0963" providerId="AD" clId="Web-{6E8E79C0-D106-EF61-A426-2FB4CC5C3369}" dt="2025-12-26T02:09:52.864" v="3"/>
      <pc:docMkLst>
        <pc:docMk/>
      </pc:docMkLst>
      <pc:sldChg chg="modSp">
        <pc:chgData name="Ashutosh Padhi" userId="S::ashutosh.padhi@inseegroup.onmicrosoft.com::0164c910-f0c0-434a-965d-5bc5ba8e0963" providerId="AD" clId="Web-{6E8E79C0-D106-EF61-A426-2FB4CC5C3369}" dt="2025-12-26T02:09:52.864" v="3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E8E79C0-D106-EF61-A426-2FB4CC5C3369}" dt="2025-12-26T02:09:52.864" v="3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69B446ED-49C9-466F-EE4F-859D182CD016}"/>
    <pc:docChg chg="modSld">
      <pc:chgData name="Janvi Sah" userId="S::janvi.sah@inseegroup.onmicrosoft.com::f40b1070-b57e-4a71-bda7-074c4efadbe4" providerId="AD" clId="Web-{69B446ED-49C9-466F-EE4F-859D182CD016}" dt="2025-12-09T05:48:31.355" v="699"/>
      <pc:docMkLst>
        <pc:docMk/>
      </pc:docMkLst>
      <pc:sldChg chg="modSp">
        <pc:chgData name="Janvi Sah" userId="S::janvi.sah@inseegroup.onmicrosoft.com::f40b1070-b57e-4a71-bda7-074c4efadbe4" providerId="AD" clId="Web-{69B446ED-49C9-466F-EE4F-859D182CD016}" dt="2025-12-09T05:07:19.936" v="0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69B446ED-49C9-466F-EE4F-859D182CD016}" dt="2025-12-09T05:07:19.936" v="0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addSp delSp modSp">
        <pc:chgData name="Janvi Sah" userId="S::janvi.sah@inseegroup.onmicrosoft.com::f40b1070-b57e-4a71-bda7-074c4efadbe4" providerId="AD" clId="Web-{69B446ED-49C9-466F-EE4F-859D182CD016}" dt="2025-12-09T05:48:31.355" v="699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8:31.355" v="699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2:35.083" v="155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12:35.083" v="155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3:37.150" v="334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3:37.150" v="334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37:37.323" v="44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7:37.323" v="44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15:25.226" v="214"/>
        <pc:sldMkLst>
          <pc:docMk/>
          <pc:sldMk cId="1785435542" sldId="6223"/>
        </pc:sldMkLst>
      </pc:sldChg>
      <pc:sldChg chg="modSp">
        <pc:chgData name="Janvi Sah" userId="S::janvi.sah@inseegroup.onmicrosoft.com::f40b1070-b57e-4a71-bda7-074c4efadbe4" providerId="AD" clId="Web-{69B446ED-49C9-466F-EE4F-859D182CD016}" dt="2025-12-09T05:46:35.822" v="689"/>
        <pc:sldMkLst>
          <pc:docMk/>
          <pc:sldMk cId="515996917" sldId="6224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46:35.822" v="689"/>
          <ac:graphicFrameMkLst>
            <pc:docMk/>
            <pc:sldMk cId="515996917" sldId="6224"/>
            <ac:graphicFrameMk id="6" creationId="{A1D84158-5DEC-E301-ADE3-D98CB14390F0}"/>
          </ac:graphicFrameMkLst>
        </pc:graphicFrameChg>
      </pc:sldChg>
      <pc:sldChg chg="modSp">
        <pc:chgData name="Janvi Sah" userId="S::janvi.sah@inseegroup.onmicrosoft.com::f40b1070-b57e-4a71-bda7-074c4efadbe4" providerId="AD" clId="Web-{69B446ED-49C9-466F-EE4F-859D182CD016}" dt="2025-12-09T05:47:54.823" v="698" actId="20577"/>
        <pc:sldMkLst>
          <pc:docMk/>
          <pc:sldMk cId="1867862970" sldId="6228"/>
        </pc:sldMkLst>
        <pc:spChg chg="mod">
          <ac:chgData name="Janvi Sah" userId="S::janvi.sah@inseegroup.onmicrosoft.com::f40b1070-b57e-4a71-bda7-074c4efadbe4" providerId="AD" clId="Web-{69B446ED-49C9-466F-EE4F-859D182CD016}" dt="2025-12-09T05:47:54.823" v="698" actId="20577"/>
          <ac:spMkLst>
            <pc:docMk/>
            <pc:sldMk cId="1867862970" sldId="6228"/>
            <ac:spMk id="3" creationId="{2100F771-A5BF-364C-D7A6-864C3DB3D1A5}"/>
          </ac:spMkLst>
        </pc:spChg>
      </pc:sldChg>
      <pc:sldChg chg="modSp">
        <pc:chgData name="Janvi Sah" userId="S::janvi.sah@inseegroup.onmicrosoft.com::f40b1070-b57e-4a71-bda7-074c4efadbe4" providerId="AD" clId="Web-{69B446ED-49C9-466F-EE4F-859D182CD016}" dt="2025-12-09T05:39:42.844" v="47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69B446ED-49C9-466F-EE4F-859D182CD016}" dt="2025-12-09T05:39:42.844" v="47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AE665299-AE72-98B5-6C73-AE7C6E4C400F}"/>
    <pc:docChg chg="modSld">
      <pc:chgData name="Janvi Sah" userId="S::janvi.sah@inseegroup.onmicrosoft.com::f40b1070-b57e-4a71-bda7-074c4efadbe4" providerId="AD" clId="Web-{AE665299-AE72-98B5-6C73-AE7C6E4C400F}" dt="2025-12-24T09:12:07.164" v="129"/>
      <pc:docMkLst>
        <pc:docMk/>
      </pc:docMkLst>
      <pc:sldChg chg="addSp delSp modSp">
        <pc:chgData name="Janvi Sah" userId="S::janvi.sah@inseegroup.onmicrosoft.com::f40b1070-b57e-4a71-bda7-074c4efadbe4" providerId="AD" clId="Web-{AE665299-AE72-98B5-6C73-AE7C6E4C400F}" dt="2025-12-24T09:12:07.164" v="129"/>
        <pc:sldMkLst>
          <pc:docMk/>
          <pc:sldMk cId="1785435542" sldId="6223"/>
        </pc:sldMkLst>
        <pc:graphicFrameChg chg="add mod modGraphic">
          <ac:chgData name="Janvi Sah" userId="S::janvi.sah@inseegroup.onmicrosoft.com::f40b1070-b57e-4a71-bda7-074c4efadbe4" providerId="AD" clId="Web-{AE665299-AE72-98B5-6C73-AE7C6E4C400F}" dt="2025-12-24T09:12:07.164" v="129"/>
          <ac:graphicFrameMkLst>
            <pc:docMk/>
            <pc:sldMk cId="1785435542" sldId="6223"/>
            <ac:graphicFrameMk id="6" creationId="{5A04E2A7-02A3-E0B3-1189-6E1A5964A1CA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F124051-B4A4-47DC-0F93-5BD1F3EF68F8}"/>
    <pc:docChg chg="modSld">
      <pc:chgData name="Ashutosh Padhi" userId="S::ashutosh.padhi@inseegroup.onmicrosoft.com::0164c910-f0c0-434a-965d-5bc5ba8e0963" providerId="AD" clId="Web-{6F124051-B4A4-47DC-0F93-5BD1F3EF68F8}" dt="2025-12-10T02:26:05.494" v="11"/>
      <pc:docMkLst>
        <pc:docMk/>
      </pc:docMkLst>
      <pc:sldChg chg="modSp">
        <pc:chgData name="Ashutosh Padhi" userId="S::ashutosh.padhi@inseegroup.onmicrosoft.com::0164c910-f0c0-434a-965d-5bc5ba8e0963" providerId="AD" clId="Web-{6F124051-B4A4-47DC-0F93-5BD1F3EF68F8}" dt="2025-12-09T17:31:56.009" v="5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6F124051-B4A4-47DC-0F93-5BD1F3EF68F8}" dt="2025-12-09T17:31:56.009" v="5"/>
          <ac:graphicFrameMkLst>
            <pc:docMk/>
            <pc:sldMk cId="1226687234" sldId="5290"/>
            <ac:graphicFrameMk id="5" creationId="{ED3263E3-8A0E-E2CE-05EC-0E5A3057109D}"/>
          </ac:graphicFrameMkLst>
        </pc:graphicFrameChg>
      </pc:sldChg>
      <pc:sldChg chg="modSp">
        <pc:chgData name="Ashutosh Padhi" userId="S::ashutosh.padhi@inseegroup.onmicrosoft.com::0164c910-f0c0-434a-965d-5bc5ba8e0963" providerId="AD" clId="Web-{6F124051-B4A4-47DC-0F93-5BD1F3EF68F8}" dt="2025-12-10T02:26:05.494" v="1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F124051-B4A4-47DC-0F93-5BD1F3EF68F8}" dt="2025-12-10T02:26:05.494" v="1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2775B60C-90CE-D1D7-1EDA-BE4959347752}"/>
    <pc:docChg chg="modSld">
      <pc:chgData name="Janvi Sah" userId="S::janvi.sah@inseegroup.onmicrosoft.com::f40b1070-b57e-4a71-bda7-074c4efadbe4" providerId="AD" clId="Web-{2775B60C-90CE-D1D7-1EDA-BE4959347752}" dt="2025-12-02T12:02:45.952" v="36" actId="20577"/>
      <pc:docMkLst>
        <pc:docMk/>
      </pc:docMkLst>
      <pc:sldChg chg="modSp">
        <pc:chgData name="Janvi Sah" userId="S::janvi.sah@inseegroup.onmicrosoft.com::f40b1070-b57e-4a71-bda7-074c4efadbe4" providerId="AD" clId="Web-{2775B60C-90CE-D1D7-1EDA-BE4959347752}" dt="2025-12-02T12:02:45.952" v="36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2775B60C-90CE-D1D7-1EDA-BE4959347752}" dt="2025-12-02T12:02:45.952" v="36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Janvi Sah" userId="S::janvi.sah@inseegroup.onmicrosoft.com::f40b1070-b57e-4a71-bda7-074c4efadbe4" providerId="AD" clId="Web-{2775B60C-90CE-D1D7-1EDA-BE4959347752}" dt="2025-12-02T08:50:55.978" v="0"/>
        <pc:sldMkLst>
          <pc:docMk/>
          <pc:sldMk cId="2739538269" sldId="5282"/>
        </pc:sldMkLst>
        <pc:graphicFrameChg chg="modGraphic">
          <ac:chgData name="Janvi Sah" userId="S::janvi.sah@inseegroup.onmicrosoft.com::f40b1070-b57e-4a71-bda7-074c4efadbe4" providerId="AD" clId="Web-{2775B60C-90CE-D1D7-1EDA-BE4959347752}" dt="2025-12-02T08:50:55.978" v="0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2775B60C-90CE-D1D7-1EDA-BE4959347752}" dt="2025-12-02T08:52:26.233" v="26" actId="1076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2775B60C-90CE-D1D7-1EDA-BE4959347752}" dt="2025-12-02T08:52:26.233" v="26" actId="1076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2775B60C-90CE-D1D7-1EDA-BE4959347752}" dt="2025-12-02T09:41:49.620" v="34"/>
        <pc:sldMkLst>
          <pc:docMk/>
          <pc:sldMk cId="1785435542" sldId="6223"/>
        </pc:sldMkLst>
      </pc:sldChg>
    </pc:docChg>
  </pc:docChgLst>
  <pc:docChgLst>
    <pc:chgData name="Janvi Sah" userId="S::janvi.sah@inseegroup.onmicrosoft.com::f40b1070-b57e-4a71-bda7-074c4efadbe4" providerId="AD" clId="Web-{F96821B7-0D46-E703-7126-1C8B389735E8}"/>
    <pc:docChg chg="modSld">
      <pc:chgData name="Janvi Sah" userId="S::janvi.sah@inseegroup.onmicrosoft.com::f40b1070-b57e-4a71-bda7-074c4efadbe4" providerId="AD" clId="Web-{F96821B7-0D46-E703-7126-1C8B389735E8}" dt="2025-12-16T05:46:10.298" v="334"/>
      <pc:docMkLst>
        <pc:docMk/>
      </pc:docMkLst>
      <pc:sldChg chg="modSp">
        <pc:chgData name="Janvi Sah" userId="S::janvi.sah@inseegroup.onmicrosoft.com::f40b1070-b57e-4a71-bda7-074c4efadbe4" providerId="AD" clId="Web-{F96821B7-0D46-E703-7126-1C8B389735E8}" dt="2025-12-16T05:39:40.641" v="222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39:40.641" v="222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4:41.680" v="316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4:41.680" v="316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F96821B7-0D46-E703-7126-1C8B389735E8}" dt="2025-12-16T05:46:10.298" v="33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F96821B7-0D46-E703-7126-1C8B389735E8}" dt="2025-12-16T05:46:10.298" v="33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55_A97FD3AC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84A_AAB47DD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23-Nov to 29-Nov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141.82</c:v>
                </c:pt>
                <c:pt idx="1">
                  <c:v>368.21</c:v>
                </c:pt>
                <c:pt idx="2">
                  <c:v>261.60000000000002</c:v>
                </c:pt>
                <c:pt idx="3">
                  <c:v>38.659999999999997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9-4FBD-88F1-CE9F66E44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30-Nov to 06-Dec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139.63</c:v>
                </c:pt>
                <c:pt idx="1">
                  <c:v>362.25</c:v>
                </c:pt>
                <c:pt idx="2">
                  <c:v>255.03</c:v>
                </c:pt>
                <c:pt idx="3">
                  <c:v>37.58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9-4FBD-88F1-CE9F66E449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07-Dec to 13-Dec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139.97999999999999</c:v>
                </c:pt>
                <c:pt idx="1">
                  <c:v>366.91</c:v>
                </c:pt>
                <c:pt idx="2">
                  <c:v>260.72000000000003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79-4FBD-88F1-CE9F66E44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6271"/>
        <c:axId val="1262742911"/>
      </c:barChart>
      <c:catAx>
        <c:axId val="126274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2911"/>
        <c:crosses val="autoZero"/>
        <c:auto val="1"/>
        <c:lblAlgn val="ctr"/>
        <c:lblOffset val="100"/>
        <c:noMultiLvlLbl val="0"/>
      </c:catAx>
      <c:valAx>
        <c:axId val="1262742911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627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23-Nov to 29-Nov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Sheet1!$B$2:$B$7</c:f>
              <c:numCache>
                <c:formatCode>"$"#,##0.0_);[Red]\("$"#,##0.0\)</c:formatCode>
                <c:ptCount val="6"/>
                <c:pt idx="0">
                  <c:v>82.49</c:v>
                </c:pt>
                <c:pt idx="1">
                  <c:v>71.760000000000005</c:v>
                </c:pt>
                <c:pt idx="2">
                  <c:v>274.52999999999997</c:v>
                </c:pt>
                <c:pt idx="3">
                  <c:v>47.45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1-499E-9EA6-9D40E38F08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30-Nov to 06-Dec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Sheet1!$C$2:$C$7</c:f>
              <c:numCache>
                <c:formatCode>"$"#,##0.0_);[Red]\("$"#,##0.0\)</c:formatCode>
                <c:ptCount val="6"/>
                <c:pt idx="0">
                  <c:v>82.49</c:v>
                </c:pt>
                <c:pt idx="1">
                  <c:v>71.7</c:v>
                </c:pt>
                <c:pt idx="2">
                  <c:v>269.36</c:v>
                </c:pt>
                <c:pt idx="3">
                  <c:v>42.37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1-499E-9EA6-9D40E38F08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07-Nov to 13-Dec2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BA1-499E-9EA6-9D40E38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Sheet1!$D$2:$D$7</c:f>
              <c:numCache>
                <c:formatCode>"$"#,##0.0_);[Red]\("$"#,##0.0\)</c:formatCode>
                <c:ptCount val="6"/>
                <c:pt idx="0">
                  <c:v>82.49</c:v>
                </c:pt>
                <c:pt idx="1">
                  <c:v>71.739999999999995</c:v>
                </c:pt>
                <c:pt idx="2">
                  <c:v>269.38</c:v>
                </c:pt>
                <c:pt idx="3">
                  <c:v>46.5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1-499E-9EA6-9D40E38F08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2"/>
        <c:overlap val="-50"/>
        <c:axId val="1474629887"/>
        <c:axId val="1474620287"/>
      </c:barChart>
      <c:catAx>
        <c:axId val="147462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0287"/>
        <c:crosses val="autoZero"/>
        <c:auto val="1"/>
        <c:lblAlgn val="ctr"/>
        <c:lblOffset val="100"/>
        <c:noMultiLvlLbl val="0"/>
      </c:catAx>
      <c:valAx>
        <c:axId val="147462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_);[Red]\(&quot;$&quot;#,##0.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417C-1596-4455-9FB6-5300FB06C86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8143-EB37-4501-BFAA-A63B0B4F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5401D-9D8E-4E25-990D-3F7F5AE12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8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D405-6F7E-6533-7E1A-E39EFED4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B0A66-D3CD-1B76-50C8-8032F906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D4E4-6049-94D0-902C-05C31E9C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D868-C822-D3E9-15E8-A2280DFC9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8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717C-274C-D313-0783-B282DD9A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95F0-DADA-2E0E-F160-344200BB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2879-B181-5E67-86D3-A6D6A17F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7DB-F276-27C0-3E28-3303CF2F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5BC2-3CF5-8277-8295-0188F9F2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50-1148-4CA3-A971-2DB0A328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7894-B757-0294-2C50-66980649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D73F-1F3F-3ADF-6DFB-F12335BB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E0D8-7C67-618A-2AF2-27B4CA2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C3C7-1C6A-6057-3CAC-53B52F76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E20F-C815-EB12-70DD-428DABC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C521-C3C1-7AB2-7B2C-09C64EEF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44CF-84C5-0BC7-424F-2C31722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E606-68F8-A326-AAE3-3E6E8DC5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2C13-7C16-73AF-B35A-57A775F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FB35-93F3-5C34-7897-B1BC18B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FBEC-C945-003B-5788-7DE14B94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B558-8353-187A-98AA-9E4C4641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57D1-FD01-1D29-024E-80C98CF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F160-FF84-4296-C66A-8ACF776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32B20-31DF-6242-FEDC-CF180B58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9F9-443F-561C-80B9-E4485A36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550-66C3-296A-4249-71933BCD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FE6C3-4D6E-F950-FD7E-6AC36B57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8D000-11F5-09FC-F8EC-91DAB452E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AEC-C51A-307F-1B55-2F7D861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E7AEB-C3B8-1995-EB0E-E6ACBBEB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D3E6A-1553-4779-E9EE-F1DE57CF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84052-8D2C-04AE-9522-3C2D16DC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BF9A-D032-59A2-4B54-EA4D24D0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592A9-F618-4130-CD3D-7E61F36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E2EA-8058-313C-6941-426DA90A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032F9-2972-F3A2-5EDA-91D0ED6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76D0-BD65-8C89-F904-1317E6AD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D184-36A9-4DF2-A483-4E96BDA1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C7E1-D845-799F-1111-1348CC3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D90-A8E5-9D07-3E07-F326956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C5B-B33C-F88D-347E-0DF98657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2E2E-9B57-7EA0-B65C-4E938C37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A36-21F1-7583-B84D-1FFD5F02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DF0-7E57-0D96-EBAB-2D0A6997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74AE-6142-398B-69FD-6AEC5364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6F1B-D963-358F-F915-1A193578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E7A4-41F0-E05B-41BE-7E7A6A82A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030-EB16-D104-64CF-18499E829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DBA-6077-7C2A-992C-EEAA98F5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E4B8-05CE-E69D-7504-2E1384E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B3F9-B9FD-D742-656B-47D4ED8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8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52F-EE5C-C794-2C56-B71C0C32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085F4-C6D1-A9A6-4795-E044EFBB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69F9-1023-1469-CC81-B2757DA0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4521-BF10-09CB-9D4E-FB59F344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026-C08A-C9D3-DCA8-6F58E95E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A4AAD-5C3D-D770-155D-DA1525A3B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E6CF-94EC-D85F-2AAA-5ABFECEA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B01-8178-52FA-47F3-DA45A99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0832-22DF-89C3-B011-84770E72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2AD-4C0B-9ACB-42B8-9F6A930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2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8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67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2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3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184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377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5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5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0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645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661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buClr>
                <a:srgbClr val="FF0000"/>
              </a:buClr>
              <a:defRPr/>
            </a:pPr>
            <a:fld id="{2485B633-6863-4B84-8019-F125347A66EC}" type="slidenum">
              <a:rPr lang="en-GB" smtClean="0">
                <a:cs typeface="Arial" panose="020B0604020202020204" pitchFamily="34" charset="0"/>
              </a:rPr>
              <a:pPr defTabSz="1219170" fontAlgn="base">
                <a:buClr>
                  <a:srgbClr val="FF0000"/>
                </a:buClr>
                <a:defRPr/>
              </a:pPr>
              <a:t>‹#›</a:t>
            </a:fld>
            <a:endParaRPr lang="en-GB">
              <a:cs typeface="Arial" panose="020B0604020202020204" pitchFamily="34" charset="0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sz="quarter" idx="14"/>
          </p:nvPr>
        </p:nvSpPr>
        <p:spPr>
          <a:xfrm>
            <a:off x="689710" y="1124743"/>
            <a:ext cx="10812583" cy="51125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pyright (for compat purpose)" hidden="1"/>
          <p:cNvSpPr txBox="1"/>
          <p:nvPr userDrawn="1">
            <p:custDataLst>
              <p:tags r:id="rId1"/>
            </p:custDataLst>
          </p:nvPr>
        </p:nvSpPr>
        <p:spPr>
          <a:xfrm>
            <a:off x="4500746" y="8937901"/>
            <a:ext cx="3722260" cy="11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8022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DBD874DD-6B4C-4304-A46D-63A1EC9785B4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81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D1AD-C20F-41E2-8006-1DE1763FA6D4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86574-B733-43AB-921A-036081D89ADC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78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CC54-8AE9-4E1A-A7BF-40AD52427C35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2D3E8-0CC8-460B-9ABA-00A98E793133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E74B5-31CF-4825-9E51-4A3C23E71608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000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AC913-BC33-4DE8-A94D-F949FDC30929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08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C318D-4E5D-4084-8541-C1CE69AC95A5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00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0706-C575-4289-97EF-CB77FB9118D7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200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330EB-1CAE-4C08-906E-99DCBA72717F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30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BDC3-1347-4689-B4EB-228B7A1E2042}" type="datetime1">
              <a:rPr lang="en-GB" smtClean="0"/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1842247" cy="155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50" y="457200"/>
            <a:ext cx="6812530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371600"/>
            <a:ext cx="675615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1525250" y="6286500"/>
            <a:ext cx="4572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1438516" y="6343650"/>
            <a:ext cx="654404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05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0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7581901" y="1028701"/>
            <a:ext cx="4612877" cy="3814934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5734707"/>
            <a:ext cx="1123293" cy="11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8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BFA2-D0C3-8642-AE74-0B5672A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19">
            <a:extLst>
              <a:ext uri="{FF2B5EF4-FFF2-40B4-BE49-F238E27FC236}">
                <a16:creationId xmlns:a16="http://schemas.microsoft.com/office/drawing/2014/main" id="{A68A33D3-A39D-714C-BBA1-B97C508A10B0}"/>
              </a:ext>
            </a:extLst>
          </p:cNvPr>
          <p:cNvSpPr txBox="1"/>
          <p:nvPr/>
        </p:nvSpPr>
        <p:spPr>
          <a:xfrm>
            <a:off x="540000" y="6374701"/>
            <a:ext cx="30432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©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201</a:t>
            </a:r>
            <a:r>
              <a:rPr lang="en-US" sz="900" spc="-4">
                <a:solidFill>
                  <a:srgbClr val="A3A3A3"/>
                </a:solidFill>
                <a:latin typeface="Arial"/>
                <a:cs typeface="Arial"/>
              </a:rPr>
              <a:t>9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 NIIT </a:t>
            </a:r>
            <a:r>
              <a:rPr sz="900" spc="-15">
                <a:solidFill>
                  <a:srgbClr val="A3A3A3"/>
                </a:solidFill>
                <a:latin typeface="Arial"/>
                <a:cs typeface="Arial"/>
              </a:rPr>
              <a:t>Technologies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www.niit-tech.com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</a:t>
            </a:r>
            <a:r>
              <a:rPr sz="900" spc="-34">
                <a:solidFill>
                  <a:srgbClr val="A3A3A3"/>
                </a:solidFill>
                <a:latin typeface="Arial"/>
                <a:cs typeface="Arial"/>
              </a:rPr>
              <a:t>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Confidential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8F91E6D-ED65-FC41-A446-127597D7469F}"/>
              </a:ext>
            </a:extLst>
          </p:cNvPr>
          <p:cNvSpPr/>
          <p:nvPr/>
        </p:nvSpPr>
        <p:spPr>
          <a:xfrm>
            <a:off x="11144620" y="6076140"/>
            <a:ext cx="779621" cy="779621"/>
          </a:xfrm>
          <a:custGeom>
            <a:avLst/>
            <a:gdLst/>
            <a:ahLst/>
            <a:cxnLst/>
            <a:rect l="l" t="t" r="r" b="b"/>
            <a:pathLst>
              <a:path w="1039494" h="1039495">
                <a:moveTo>
                  <a:pt x="1039291" y="0"/>
                </a:moveTo>
                <a:lnTo>
                  <a:pt x="0" y="1039304"/>
                </a:lnTo>
                <a:lnTo>
                  <a:pt x="1039291" y="1039304"/>
                </a:lnTo>
                <a:lnTo>
                  <a:pt x="10392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37D768D8-7494-9E44-82EC-2CA4A6306CF0}"/>
              </a:ext>
            </a:extLst>
          </p:cNvPr>
          <p:cNvSpPr txBox="1">
            <a:spLocks/>
          </p:cNvSpPr>
          <p:nvPr/>
        </p:nvSpPr>
        <p:spPr>
          <a:xfrm>
            <a:off x="11125200" y="6498772"/>
            <a:ext cx="689610" cy="3429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z="1500" smtClean="0"/>
              <a:pPr/>
              <a:t>‹#›</a:t>
            </a:fld>
            <a:endParaRPr lang="en-GB" sz="15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E001B2-7A3B-C749-A678-933E4EF5D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1" y="540000"/>
            <a:ext cx="5556000" cy="431550"/>
          </a:xfrm>
          <a:prstGeom prst="rect">
            <a:avLst/>
          </a:prstGeom>
        </p:spPr>
        <p:txBody>
          <a:bodyPr lIns="0" tIns="0" rIns="0" bIns="0"/>
          <a:lstStyle>
            <a:lvl1pPr>
              <a:defRPr sz="315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CD6F665-C842-2C4B-89CF-9ACF2BCEF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107000"/>
            <a:ext cx="5265000" cy="1998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687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5A32-BF2B-417A-8661-C8EC46C9F3FD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122E-A4C0-42AA-8363-C0F0C491C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28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3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974036"/>
            <a:ext cx="11605684" cy="4840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10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82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807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05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383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1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40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0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068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00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38482-F755-D09C-E7F5-E2F9CFA1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729F-EFA3-F9AF-EC04-915030C5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D649-E5FA-868F-0290-11F6E46D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2F82-77EF-49EF-AB74-C27C68E8D99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A0E-41DD-BD98-8C91-54D8E958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5830-CE1F-F287-7F07-364469FC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4A88E00-13E9-40A5-BD26-CBC47269ED91}" type="datetime1">
              <a:rPr lang="en-GB" smtClean="0"/>
              <a:t>25/12/2025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156453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25/12/2025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805071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90A8F5-958D-47BB-9F67-4AD15E4A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1" y="2969686"/>
            <a:ext cx="9042398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 dirty="0"/>
              <a:t>23-December-2025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9BA557-24CE-4F58-A654-339F5C314B60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75234" y="2312538"/>
            <a:ext cx="10263622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OMEGA Module Weekly Meeting – Azure Cloud (PaaS/SaaS)</a:t>
            </a:r>
          </a:p>
        </p:txBody>
      </p:sp>
    </p:spTree>
    <p:extLst>
      <p:ext uri="{BB962C8B-B14F-4D97-AF65-F5344CB8AC3E}">
        <p14:creationId xmlns:p14="http://schemas.microsoft.com/office/powerpoint/2010/main" val="176613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1FDE-E378-6352-B7AF-A8D01E1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FB2CBC-6AB0-8318-B60E-20CE22ED3F26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336A8-A5EF-D1F3-76EC-B60ADFE265CF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Action Points Identified in Last Meeting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D8992-6762-235D-401A-C2F3ABB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11292"/>
              </p:ext>
            </p:extLst>
          </p:nvPr>
        </p:nvGraphicFramePr>
        <p:xfrm>
          <a:off x="337278" y="712031"/>
          <a:ext cx="11265219" cy="136878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12556">
                  <a:extLst>
                    <a:ext uri="{9D8B030D-6E8A-4147-A177-3AD203B41FA5}">
                      <a16:colId xmlns:a16="http://schemas.microsoft.com/office/drawing/2014/main" val="2140126612"/>
                    </a:ext>
                  </a:extLst>
                </a:gridCol>
                <a:gridCol w="5009452">
                  <a:extLst>
                    <a:ext uri="{9D8B030D-6E8A-4147-A177-3AD203B41FA5}">
                      <a16:colId xmlns:a16="http://schemas.microsoft.com/office/drawing/2014/main" val="2300733620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32954589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109087960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4060157840"/>
                    </a:ext>
                  </a:extLst>
                </a:gridCol>
                <a:gridCol w="1206640">
                  <a:extLst>
                    <a:ext uri="{9D8B030D-6E8A-4147-A177-3AD203B41FA5}">
                      <a16:colId xmlns:a16="http://schemas.microsoft.com/office/drawing/2014/main" val="3414963672"/>
                    </a:ext>
                  </a:extLst>
                </a:gridCol>
              </a:tblGrid>
              <a:tr h="61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Action Points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Raised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5608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Modification of Pricing Model of VMs for </a:t>
                      </a:r>
                      <a:r>
                        <a:rPr lang="en-US" sz="1200" dirty="0" err="1">
                          <a:effectLst/>
                          <a:latin typeface="Arial"/>
                        </a:rPr>
                        <a:t>Coforge</a:t>
                      </a:r>
                      <a:r>
                        <a:rPr lang="en-US" sz="1200" dirty="0">
                          <a:effectLst/>
                          <a:latin typeface="Arial"/>
                        </a:rPr>
                        <a:t> Managed Application.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16-06-2025</a:t>
                      </a:r>
                      <a:endParaRPr lang="en-US" sz="1200" dirty="0"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dirty="0">
                          <a:effectLst/>
                          <a:latin typeface="Arial"/>
                        </a:rPr>
                        <a:t>On-Hold</a:t>
                      </a:r>
                    </a:p>
                  </a:txBody>
                  <a:tcPr marL="9524" marR="9524" marT="952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3666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53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B981-4410-88BA-32D4-558444C7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EE6DA-C25A-4FFF-7181-47931EBA7F52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3280D-1188-3689-8457-FCF3A9EF3E9E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Azure Platform Monitoring and Health Check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6689B8-A5DD-CBF4-B121-03778775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FBBEAB-9A73-6B55-D26F-C2027B5B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8491"/>
              </p:ext>
            </p:extLst>
          </p:nvPr>
        </p:nvGraphicFramePr>
        <p:xfrm>
          <a:off x="239483" y="674909"/>
          <a:ext cx="11604174" cy="5494728"/>
        </p:xfrm>
        <a:graphic>
          <a:graphicData uri="http://schemas.openxmlformats.org/drawingml/2006/table">
            <a:tbl>
              <a:tblPr/>
              <a:tblGrid>
                <a:gridCol w="2406958">
                  <a:extLst>
                    <a:ext uri="{9D8B030D-6E8A-4147-A177-3AD203B41FA5}">
                      <a16:colId xmlns:a16="http://schemas.microsoft.com/office/drawing/2014/main" val="1958187418"/>
                    </a:ext>
                  </a:extLst>
                </a:gridCol>
                <a:gridCol w="1634080">
                  <a:extLst>
                    <a:ext uri="{9D8B030D-6E8A-4147-A177-3AD203B41FA5}">
                      <a16:colId xmlns:a16="http://schemas.microsoft.com/office/drawing/2014/main" val="4177336512"/>
                    </a:ext>
                  </a:extLst>
                </a:gridCol>
                <a:gridCol w="2848598">
                  <a:extLst>
                    <a:ext uri="{9D8B030D-6E8A-4147-A177-3AD203B41FA5}">
                      <a16:colId xmlns:a16="http://schemas.microsoft.com/office/drawing/2014/main" val="3594419545"/>
                    </a:ext>
                  </a:extLst>
                </a:gridCol>
                <a:gridCol w="1645121">
                  <a:extLst>
                    <a:ext uri="{9D8B030D-6E8A-4147-A177-3AD203B41FA5}">
                      <a16:colId xmlns:a16="http://schemas.microsoft.com/office/drawing/2014/main" val="1028675842"/>
                    </a:ext>
                  </a:extLst>
                </a:gridCol>
                <a:gridCol w="1886038">
                  <a:extLst>
                    <a:ext uri="{9D8B030D-6E8A-4147-A177-3AD203B41FA5}">
                      <a16:colId xmlns:a16="http://schemas.microsoft.com/office/drawing/2014/main" val="528134734"/>
                    </a:ext>
                  </a:extLst>
                </a:gridCol>
                <a:gridCol w="1183379">
                  <a:extLst>
                    <a:ext uri="{9D8B030D-6E8A-4147-A177-3AD203B41FA5}">
                      <a16:colId xmlns:a16="http://schemas.microsoft.com/office/drawing/2014/main" val="3819285118"/>
                    </a:ext>
                  </a:extLst>
                </a:gridCol>
              </a:tblGrid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NAME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 GROUP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SUBSCRIPTION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Monitoring 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 Status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3682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66466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9237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108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1298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9838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2902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7762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333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48519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0616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ecocycle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17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872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inseeconcrete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7023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inseeecocycle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3377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567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5834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21512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0192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ISOSLAService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rg-sccc-isosla-prod-001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54521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overviewcctv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966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SCCCAppService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7512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SCCCeDOSApp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051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4734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29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55250"/>
                  </a:ext>
                </a:extLst>
              </a:tr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981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7983AF-2B4A-6C21-7BC7-EB1C85BA00F7}"/>
              </a:ext>
            </a:extLst>
          </p:cNvPr>
          <p:cNvSpPr txBox="1"/>
          <p:nvPr/>
        </p:nvSpPr>
        <p:spPr>
          <a:xfrm>
            <a:off x="271966" y="6214493"/>
            <a:ext cx="757463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Critical Azure Application services Health Checks.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BDB4-8CF2-E42F-94B5-A28CF925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7837-A504-18B3-8F75-0925B2B0B97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2A91-169C-61C5-2181-55A62C3D2B5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Backup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680CD3-E8BE-121A-0559-D4AC817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8233-8C14-6FB9-BB1F-F28E403EF8AE}"/>
              </a:ext>
            </a:extLst>
          </p:cNvPr>
          <p:cNvSpPr txBox="1"/>
          <p:nvPr/>
        </p:nvSpPr>
        <p:spPr>
          <a:xfrm>
            <a:off x="391886" y="6139543"/>
            <a:ext cx="6456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Azure Backups managed by </a:t>
            </a:r>
            <a:r>
              <a:rPr lang="en-US" sz="1400" err="1"/>
              <a:t>Coforge</a:t>
            </a:r>
            <a:r>
              <a:rPr lang="en-US" sz="1400"/>
              <a:t>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1DC21-DA31-7A67-B228-929ADF1D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8729"/>
              </p:ext>
            </p:extLst>
          </p:nvPr>
        </p:nvGraphicFramePr>
        <p:xfrm>
          <a:off x="217714" y="692581"/>
          <a:ext cx="11679141" cy="498194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608394">
                  <a:extLst>
                    <a:ext uri="{9D8B030D-6E8A-4147-A177-3AD203B41FA5}">
                      <a16:colId xmlns:a16="http://schemas.microsoft.com/office/drawing/2014/main" val="103348414"/>
                    </a:ext>
                  </a:extLst>
                </a:gridCol>
                <a:gridCol w="1679092">
                  <a:extLst>
                    <a:ext uri="{9D8B030D-6E8A-4147-A177-3AD203B41FA5}">
                      <a16:colId xmlns:a16="http://schemas.microsoft.com/office/drawing/2014/main" val="3499089997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1877879664"/>
                    </a:ext>
                  </a:extLst>
                </a:gridCol>
                <a:gridCol w="2797628">
                  <a:extLst>
                    <a:ext uri="{9D8B030D-6E8A-4147-A177-3AD203B41FA5}">
                      <a16:colId xmlns:a16="http://schemas.microsoft.com/office/drawing/2014/main" val="3937192445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781471824"/>
                    </a:ext>
                  </a:extLst>
                </a:gridCol>
                <a:gridCol w="1555426">
                  <a:extLst>
                    <a:ext uri="{9D8B030D-6E8A-4147-A177-3AD203B41FA5}">
                      <a16:colId xmlns:a16="http://schemas.microsoft.com/office/drawing/2014/main" val="3672386536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Frequency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88613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vm-ste-ap-prd-1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88544170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986934078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 in Azure VM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vm-ste-db-prd-1\MSSQLSERVER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08485551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indg-mdm-db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5023147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37341136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-transport-dev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79580188"/>
                  </a:ext>
                </a:extLst>
              </a:tr>
              <a:tr h="365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sqldb-testdev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831355227"/>
                  </a:ext>
                </a:extLst>
              </a:tr>
              <a:tr h="54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sqldb-gps_silo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17279948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corperatewebsitedb-prod-001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450878836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corperatewebsitedb-qas</a:t>
                      </a:r>
                      <a:endParaRPr lang="en-US" sz="140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39687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7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49E1-78E9-CFC8-38F9-D73413DC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420E5C-DD00-2AF8-77AA-E9F1E5DAF7C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7261-BB1F-A4AC-EF6F-292EBA28B96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Platform – Service Health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4EC536-4BBE-4D61-EDC1-9B5E73A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42E11-2C2E-B57A-CAC1-95B608D9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67859"/>
              </p:ext>
            </p:extLst>
          </p:nvPr>
        </p:nvGraphicFramePr>
        <p:xfrm>
          <a:off x="288636" y="681181"/>
          <a:ext cx="11610975" cy="366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306112295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479796862"/>
                    </a:ext>
                  </a:extLst>
                </a:gridCol>
                <a:gridCol w="8010525">
                  <a:extLst>
                    <a:ext uri="{9D8B030D-6E8A-4147-A177-3AD203B41FA5}">
                      <a16:colId xmlns:a16="http://schemas.microsoft.com/office/drawing/2014/main" val="3176824248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 Health: Service issues, Planned maintenance, Health Advisories, Security advisories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08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113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Transporter Portal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0192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1161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Websites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16609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SharePoint Automation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66878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 SLA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5648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indg-platform-connectivity-prod-001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1668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indg-infrastructure-archive-001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8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71F9-5AE5-3C85-CB2D-B5BE257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C322E-7356-DF80-B285-AF2893A09D0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26BB-6E38-2EAD-C276-FA259ADC07A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Utilization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002858-104E-DB79-0C60-9E7D9561B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66E7A-082C-8A45-3F93-FB07DDC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78266"/>
              </p:ext>
            </p:extLst>
          </p:nvPr>
        </p:nvGraphicFramePr>
        <p:xfrm>
          <a:off x="274819" y="762000"/>
          <a:ext cx="11552420" cy="355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1662911342"/>
                    </a:ext>
                  </a:extLst>
                </a:gridCol>
                <a:gridCol w="2931477">
                  <a:extLst>
                    <a:ext uri="{9D8B030D-6E8A-4147-A177-3AD203B41FA5}">
                      <a16:colId xmlns:a16="http://schemas.microsoft.com/office/drawing/2014/main" val="1223679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450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594729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37004995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20232661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896576295"/>
                    </a:ext>
                  </a:extLst>
                </a:gridCol>
                <a:gridCol w="1083039">
                  <a:extLst>
                    <a:ext uri="{9D8B030D-6E8A-4147-A177-3AD203B41FA5}">
                      <a16:colId xmlns:a16="http://schemas.microsoft.com/office/drawing/2014/main" val="1688960840"/>
                    </a:ext>
                  </a:extLst>
                </a:gridCol>
              </a:tblGrid>
              <a:tr h="3736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i="0" u="none" strike="noStrike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Application Name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 to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Forecast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Forecast Vs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7928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Smart Silo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455.00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261.73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365.35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224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Transporter Portal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345.00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227.95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318.51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368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Safety Passport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1,380.00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864.94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204.00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1,410.9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181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Corporate Websites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680.00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142.85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177.00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379.01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55.7%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60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SharePoint Automation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54.37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6178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ISO SLA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75.00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54.37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75.89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25042"/>
                  </a:ext>
                </a:extLst>
              </a:tr>
              <a:tr h="4176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indg-platform-connectivity-prod-001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1,200.00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827.99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1,166.03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97.1%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120739"/>
                  </a:ext>
                </a:extLst>
              </a:tr>
              <a:tr h="515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208.00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118.91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164.80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78.8%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3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A25F-5786-076F-87B1-E3E7A2E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F1E8D-A68B-1DCE-B65D-0B47A5EAB301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E63F6-F5BE-7E90-AE61-DE8CE21220A1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Subscription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EF5009-2812-6A04-F3AD-294DCCDB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B4BD9-A065-2060-3343-91B495B9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74138"/>
              </p:ext>
            </p:extLst>
          </p:nvPr>
        </p:nvGraphicFramePr>
        <p:xfrm>
          <a:off x="277090" y="762000"/>
          <a:ext cx="11481351" cy="2200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9858">
                  <a:extLst>
                    <a:ext uri="{9D8B030D-6E8A-4147-A177-3AD203B41FA5}">
                      <a16:colId xmlns:a16="http://schemas.microsoft.com/office/drawing/2014/main" val="1311597956"/>
                    </a:ext>
                  </a:extLst>
                </a:gridCol>
                <a:gridCol w="2605253">
                  <a:extLst>
                    <a:ext uri="{9D8B030D-6E8A-4147-A177-3AD203B41FA5}">
                      <a16:colId xmlns:a16="http://schemas.microsoft.com/office/drawing/2014/main" val="3799455978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2853504115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425559224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Subscription Name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30-Nov to 06-Dec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07-Dec to 13-Dec</a:t>
                      </a:r>
                      <a:endParaRPr lang="en-US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14-Dec to 20-Dec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6755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indg-app-dev-001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$139.98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$140.41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5359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indg-app-prod-001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$362.25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$366.91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$368.25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306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indg</a:t>
                      </a: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-platform-connectivity-prod- 001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$255.03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$260.72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$268.42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21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$37.40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557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29A5C-33FC-7299-D8A7-08C951A40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084265"/>
              </p:ext>
            </p:extLst>
          </p:nvPr>
        </p:nvGraphicFramePr>
        <p:xfrm>
          <a:off x="255317" y="3049363"/>
          <a:ext cx="11503124" cy="3482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37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115B-CC46-E039-0DA5-FCC3E7BF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DB112B-7587-9B7C-36EF-46FA72749FEB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9879F-4978-A30E-8AA8-D60964DE2CA9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Applications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3D1A8-CB01-EEA4-E166-618F242A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178322"/>
              </p:ext>
            </p:extLst>
          </p:nvPr>
        </p:nvGraphicFramePr>
        <p:xfrm>
          <a:off x="346363" y="638297"/>
          <a:ext cx="11421095" cy="25724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3151">
                  <a:extLst>
                    <a:ext uri="{9D8B030D-6E8A-4147-A177-3AD203B41FA5}">
                      <a16:colId xmlns:a16="http://schemas.microsoft.com/office/drawing/2014/main" val="4080841300"/>
                    </a:ext>
                  </a:extLst>
                </a:gridCol>
                <a:gridCol w="3183474">
                  <a:extLst>
                    <a:ext uri="{9D8B030D-6E8A-4147-A177-3AD203B41FA5}">
                      <a16:colId xmlns:a16="http://schemas.microsoft.com/office/drawing/2014/main" val="1692911019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1105344307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3003624387"/>
                    </a:ext>
                  </a:extLst>
                </a:gridCol>
              </a:tblGrid>
              <a:tr h="3523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30-Nov to 06-Dec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07-Dec to 13-Dec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14-Dec to 20-Dec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6637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Smart Silo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$82.51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7035591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Transporter Portal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$71.74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$71.81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17281521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Safety Passport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$269.36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$269.38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$273.01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6308894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effectLst/>
                        </a:rPr>
                        <a:t>Corporate Websites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$42.37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$46.5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$47.62</a:t>
                      </a:r>
                      <a:endParaRPr lang="en-US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9670708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SharePoint Automation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130975822"/>
                  </a:ext>
                </a:extLst>
              </a:tr>
              <a:tr h="353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ISO SLA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27006723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B5062B-CAC4-2611-A03D-022141EC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917915"/>
              </p:ext>
            </p:extLst>
          </p:nvPr>
        </p:nvGraphicFramePr>
        <p:xfrm>
          <a:off x="346363" y="3250138"/>
          <a:ext cx="11421095" cy="3215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395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5FAC-6B00-C123-8741-3F52701C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CEDEF-B9E4-36C6-72AC-8A9E23B92B3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BF95-406F-3FEC-1136-424149C3D45E}"/>
              </a:ext>
            </a:extLst>
          </p:cNvPr>
          <p:cNvSpPr txBox="1"/>
          <p:nvPr/>
        </p:nvSpPr>
        <p:spPr>
          <a:xfrm>
            <a:off x="146608" y="47240"/>
            <a:ext cx="87983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  <a:ea typeface="Calibri"/>
                <a:cs typeface="Calibri"/>
              </a:rPr>
              <a:t>Security</a:t>
            </a:r>
            <a:endParaRPr lang="en-GB" sz="240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8B8869-8B11-1116-D63A-25B4B58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04E2A7-02A3-E0B3-1189-6E1A5964A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07562"/>
              </p:ext>
            </p:extLst>
          </p:nvPr>
        </p:nvGraphicFramePr>
        <p:xfrm>
          <a:off x="265043" y="706782"/>
          <a:ext cx="11570485" cy="41597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57258">
                  <a:extLst>
                    <a:ext uri="{9D8B030D-6E8A-4147-A177-3AD203B41FA5}">
                      <a16:colId xmlns:a16="http://schemas.microsoft.com/office/drawing/2014/main" val="2933771003"/>
                    </a:ext>
                  </a:extLst>
                </a:gridCol>
                <a:gridCol w="1766381">
                  <a:extLst>
                    <a:ext uri="{9D8B030D-6E8A-4147-A177-3AD203B41FA5}">
                      <a16:colId xmlns:a16="http://schemas.microsoft.com/office/drawing/2014/main" val="200995156"/>
                    </a:ext>
                  </a:extLst>
                </a:gridCol>
                <a:gridCol w="3176749">
                  <a:extLst>
                    <a:ext uri="{9D8B030D-6E8A-4147-A177-3AD203B41FA5}">
                      <a16:colId xmlns:a16="http://schemas.microsoft.com/office/drawing/2014/main" val="562352534"/>
                    </a:ext>
                  </a:extLst>
                </a:gridCol>
                <a:gridCol w="2368869">
                  <a:extLst>
                    <a:ext uri="{9D8B030D-6E8A-4147-A177-3AD203B41FA5}">
                      <a16:colId xmlns:a16="http://schemas.microsoft.com/office/drawing/2014/main" val="4143502929"/>
                    </a:ext>
                  </a:extLst>
                </a:gridCol>
                <a:gridCol w="2546876">
                  <a:extLst>
                    <a:ext uri="{9D8B030D-6E8A-4147-A177-3AD203B41FA5}">
                      <a16:colId xmlns:a16="http://schemas.microsoft.com/office/drawing/2014/main" val="3086994348"/>
                    </a:ext>
                  </a:extLst>
                </a:gridCol>
                <a:gridCol w="1054352">
                  <a:extLst>
                    <a:ext uri="{9D8B030D-6E8A-4147-A177-3AD203B41FA5}">
                      <a16:colId xmlns:a16="http://schemas.microsoft.com/office/drawing/2014/main" val="327188368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 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Date of Occurrence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Alert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Target Application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Email Confirmation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83278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2025-12-23T08:10:08Z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 possible vulnerability to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248942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2025-12-21T01:13:07Z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55969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2025-12-18T17:19:47Z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00947"/>
                  </a:ext>
                </a:extLst>
              </a:tr>
              <a:tr h="8970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2025-12-18T07:02:23Z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Potential SQL Injection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corperatewebsitedb-prod-001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client IP address “40.119.235.19” is already whitelisted for this alert within our Microsoft Defender for cloud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Dismissed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26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3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51D4-07B3-B043-5A3C-F18436E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F612-8C45-C67A-6635-995C286FD5C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F7C3C-6F8C-2806-E0C5-998B0AC92D02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Defender Recommendations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414EE5-B81D-ACE3-D6D2-EE0D119E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65F65-E0E9-C97B-282D-C917885E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359159-654D-9DA2-057E-A2C3C86C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4942"/>
              </p:ext>
            </p:extLst>
          </p:nvPr>
        </p:nvGraphicFramePr>
        <p:xfrm>
          <a:off x="209826" y="662608"/>
          <a:ext cx="11661766" cy="4353813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88253">
                  <a:extLst>
                    <a:ext uri="{9D8B030D-6E8A-4147-A177-3AD203B41FA5}">
                      <a16:colId xmlns:a16="http://schemas.microsoft.com/office/drawing/2014/main" val="153649894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1373162227"/>
                    </a:ext>
                  </a:extLst>
                </a:gridCol>
                <a:gridCol w="8863697">
                  <a:extLst>
                    <a:ext uri="{9D8B030D-6E8A-4147-A177-3AD203B41FA5}">
                      <a16:colId xmlns:a16="http://schemas.microsoft.com/office/drawing/2014/main" val="2872279997"/>
                    </a:ext>
                  </a:extLst>
                </a:gridCol>
                <a:gridCol w="1502319">
                  <a:extLst>
                    <a:ext uri="{9D8B030D-6E8A-4147-A177-3AD203B41FA5}">
                      <a16:colId xmlns:a16="http://schemas.microsoft.com/office/drawing/2014/main" val="3820704097"/>
                    </a:ext>
                  </a:extLst>
                </a:gridCol>
              </a:tblGrid>
              <a:tr h="3570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S.No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Severity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Vulnerabilities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459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Azure SQL Database should have Azure Active Directory Only Authentication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DB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5185520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 should have an Azure Active Directory administrator provisioned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915563775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High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Storage accounts should prevent shared key access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Storage Account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6457679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Function App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27356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TLS should be updated to the latest version for web apps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85157165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Web Application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022133041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Auditing on SQL server should be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877983834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EDR configuration issues should be resolved on virtual machines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648044866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Machines should be configured securely (powered by MDVM)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61624892"/>
                  </a:ext>
                </a:extLst>
              </a:tr>
              <a:tr h="3570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System updates should be installed on your machines (powered by Azure Update Manager)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774742323"/>
                  </a:ext>
                </a:extLst>
              </a:tr>
              <a:tr h="4258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VPN gateways should use only Azure Active Directory (Azure AD) authentication for point-to-site users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dirty="0">
                          <a:effectLst/>
                          <a:latin typeface="Calibri"/>
                        </a:rPr>
                        <a:t>VPN Gateways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81031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6BF2-B2B7-2935-3456-2F0811E8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21227-4D12-4010-8F3F-BA6FBD6E797D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8E9E-6A71-C411-9D63-991817C57C4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VA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FC9097-7EE9-629E-E7CB-1031233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35004-AA69-71ED-DA25-DC5C0109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D23F3-DF95-7EEA-CC2D-DA3421F288CE}"/>
              </a:ext>
            </a:extLst>
          </p:cNvPr>
          <p:cNvSpPr txBox="1"/>
          <p:nvPr/>
        </p:nvSpPr>
        <p:spPr>
          <a:xfrm>
            <a:off x="2157214" y="4839867"/>
            <a:ext cx="777578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No Vulnerabilities identified for any Coforge Managed Applications resources.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9967B-AB59-EBD7-E90F-1521C3D5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67626"/>
            <a:ext cx="11370469" cy="38249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17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F39A-17BB-B763-8ACE-5428D3FE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1E2E-97A7-1A70-0A21-703F6D90F77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53156-A0A9-8452-D390-EE6699E34CF5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Ideas, Innovation and CSIPs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E3357D-F648-A3B1-C9FC-04CB824C0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99515"/>
              </p:ext>
            </p:extLst>
          </p:nvPr>
        </p:nvGraphicFramePr>
        <p:xfrm>
          <a:off x="187602" y="658602"/>
          <a:ext cx="11710480" cy="2770398"/>
        </p:xfrm>
        <a:graphic>
          <a:graphicData uri="http://schemas.openxmlformats.org/drawingml/2006/table">
            <a:tbl>
              <a:tblPr firstRow="1" bandRow="1"/>
              <a:tblGrid>
                <a:gridCol w="380980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768677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2306821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72965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892275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2616675">
                  <a:extLst>
                    <a:ext uri="{9D8B030D-6E8A-4147-A177-3AD203B41FA5}">
                      <a16:colId xmlns:a16="http://schemas.microsoft.com/office/drawing/2014/main" val="3906375660"/>
                    </a:ext>
                  </a:extLst>
                </a:gridCol>
                <a:gridCol w="1130018">
                  <a:extLst>
                    <a:ext uri="{9D8B030D-6E8A-4147-A177-3AD203B41FA5}">
                      <a16:colId xmlns:a16="http://schemas.microsoft.com/office/drawing/2014/main" val="2309644495"/>
                    </a:ext>
                  </a:extLst>
                </a:gridCol>
                <a:gridCol w="1034758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4183397676"/>
                    </a:ext>
                  </a:extLst>
                </a:gridCol>
              </a:tblGrid>
              <a:tr h="686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S.No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Priority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Benefits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Proposed By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Owner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 pitchFamily="2" charset="0"/>
                        </a:rPr>
                        <a:t>Start 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Target End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099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388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Tagging of all Azure Resources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Prevention from Scope Slippage.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Kn. Piyadol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099">
                      <a:solidFill>
                        <a:srgbClr val="FFFFFF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  <a:tr h="7052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Creation of Single Architecture Diagram for all Coforge Managed Resources.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Clearer understanding of Application and Network.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Sept'25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7128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Requirement for Azure Firewall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Completed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Operational Benefit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Aug'25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375774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CSIP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Migration of D series VM to E series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Cost Optimization and future unplanned downtime prevention.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July'25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5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2EB-D102-62E2-C8B3-8DB9FE0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53603"/>
            <a:ext cx="11580283" cy="49953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Operational Summary and Points-to-be discussed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F771-A5BF-364C-D7A6-864C3DB3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7" y="859971"/>
            <a:ext cx="11580283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marL="389255" lvl="1" indent="0">
              <a:buNone/>
            </a:pPr>
            <a:endParaRPr lang="en-US" sz="1600">
              <a:solidFill>
                <a:srgbClr val="000000"/>
              </a:solidFill>
              <a:latin typeface="Aptos Narrow"/>
            </a:endParaRP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Architecture Diagram</a:t>
            </a:r>
          </a:p>
          <a:p>
            <a:pPr marL="761365" lvl="1" indent="-372110"/>
            <a:r>
              <a:rPr lang="en-US" sz="1600">
                <a:solidFill>
                  <a:srgbClr val="000000"/>
                </a:solidFill>
                <a:latin typeface="Aptos Narrow"/>
              </a:rPr>
              <a:t>Shubham has completed the architecture diagram of Smart Silo Application along with its network connectivity.</a:t>
            </a:r>
            <a:endParaRPr lang="en-US" sz="160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Shubham has completed the architecture diagram of Transporter Portal Application.</a:t>
            </a:r>
          </a:p>
          <a:p>
            <a:pPr marL="761365" lvl="1" indent="-372110"/>
            <a:r>
              <a:rPr lang="en-US" sz="1600">
                <a:latin typeface="Aptos Narrow"/>
                <a:cs typeface="Arial"/>
              </a:rPr>
              <a:t>Application Team will provide small KT session on Corporate Website Application to Azure Team as it is recently onboarded application.</a:t>
            </a:r>
          </a:p>
          <a:p>
            <a:pPr marL="386715" indent="-386715"/>
            <a:r>
              <a:rPr lang="en-US" sz="1800" b="1" u="sng">
                <a:solidFill>
                  <a:srgbClr val="000000"/>
                </a:solidFill>
                <a:latin typeface="Aptos Narrow"/>
              </a:rPr>
              <a:t>Azure Recommendations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Work on recommendations will resume post Gold Project Go-Live. 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Discussion will resume from </a:t>
            </a:r>
            <a:r>
              <a:rPr lang="en-US" sz="1600" b="1">
                <a:solidFill>
                  <a:srgbClr val="000000"/>
                </a:solidFill>
                <a:latin typeface="Aptos Narrow"/>
              </a:rPr>
              <a:t>tomorrow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. 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The application team has raised a concern regarding the TLS upgrade. They have indicated that certain sensors currently in use only support older TLS 1.1, which may lead to compatibility issues after the upgrade.</a:t>
            </a:r>
          </a:p>
          <a:p>
            <a:pPr marL="760730" lvl="1" indent="-386715"/>
            <a:r>
              <a:rPr lang="en-US" sz="1600">
                <a:solidFill>
                  <a:srgbClr val="000000"/>
                </a:solidFill>
                <a:latin typeface="Aptos Narrow"/>
              </a:rPr>
              <a:t>Application team has requested enabling TLS 1.1 for </a:t>
            </a:r>
            <a:r>
              <a:rPr lang="en-US" sz="1600" err="1">
                <a:solidFill>
                  <a:srgbClr val="000000"/>
                </a:solidFill>
                <a:latin typeface="Aptos Narrow"/>
              </a:rPr>
              <a:t>SCCCLogisticQAS</a:t>
            </a:r>
            <a:r>
              <a:rPr lang="en-US" sz="1600">
                <a:solidFill>
                  <a:srgbClr val="000000"/>
                </a:solidFill>
                <a:latin typeface="Aptos Narrow"/>
              </a:rPr>
              <a:t> app service.</a:t>
            </a:r>
          </a:p>
          <a:p>
            <a:pPr marL="760730" lvl="1" indent="-386715"/>
            <a:r>
              <a:rPr lang="en-US" sz="1600">
                <a:latin typeface="Aptos Narrow"/>
                <a:cs typeface="Arial"/>
              </a:rPr>
              <a:t>As requested by Application Team, Cloud-IMS team have enabled minimum TLS v1.1 for </a:t>
            </a:r>
            <a:r>
              <a:rPr lang="en-US" sz="1600" err="1">
                <a:latin typeface="Aptos Narrow"/>
                <a:cs typeface="Arial"/>
              </a:rPr>
              <a:t>SCCCLogisticQAS</a:t>
            </a:r>
            <a:r>
              <a:rPr lang="en-US" sz="1600">
                <a:latin typeface="Aptos Narrow"/>
                <a:cs typeface="Arial"/>
              </a:rPr>
              <a:t> app service.</a:t>
            </a:r>
          </a:p>
          <a:p>
            <a:pPr marL="0" indent="0">
              <a:buNone/>
            </a:pPr>
            <a:endParaRPr lang="en-US" sz="1800" b="1" u="sng">
              <a:latin typeface="Aptos Narrow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FBE7-22F6-F7CE-3F31-D92DB3F2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228666-3C56-4E2A-BB13-C98D022F6BF6}" type="datetime1">
              <a:rPr lang="en-GB" smtClean="0"/>
              <a:pPr>
                <a:defRPr/>
              </a:pPr>
              <a:t>25/12/2025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764E-79D0-EB0A-DBF8-2A8812F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931CA-CC05-F745-F226-0724DFA949E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B39F-3B93-D855-621A-E9D336BBFA8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Planned Downtime &amp; Patching Activity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92E7-BC4C-8598-B223-8AC5B5FD2725}"/>
              </a:ext>
            </a:extLst>
          </p:cNvPr>
          <p:cNvSpPr txBox="1"/>
          <p:nvPr/>
        </p:nvSpPr>
        <p:spPr>
          <a:xfrm>
            <a:off x="286982" y="6192652"/>
            <a:ext cx="6922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Note:</a:t>
            </a:r>
            <a:r>
              <a:rPr lang="en-US" sz="1600"/>
              <a:t> - </a:t>
            </a:r>
            <a:r>
              <a:rPr lang="en-US" sz="1400"/>
              <a:t>Monthly Patching for Virtual Machines are planned on 1</a:t>
            </a:r>
            <a:r>
              <a:rPr lang="en-US" sz="1400" baseline="30000"/>
              <a:t>st</a:t>
            </a:r>
            <a:r>
              <a:rPr lang="en-US" sz="1400"/>
              <a:t> Friday of every month.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84158-5DEC-E301-ADE3-D98CB1439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97046"/>
              </p:ext>
            </p:extLst>
          </p:nvPr>
        </p:nvGraphicFramePr>
        <p:xfrm>
          <a:off x="280707" y="711573"/>
          <a:ext cx="11563350" cy="838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3409713178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358724451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61964957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41121116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2919525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31283667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19022218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No.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Downtime Description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Location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System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Date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Duration (VN </a:t>
                      </a:r>
                      <a:r>
                        <a:rPr lang="en-US" sz="120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timezone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99526"/>
                  </a:ext>
                </a:extLst>
              </a:tr>
              <a:tr h="419100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 planned Downtime for coming week.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9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53C0-232D-DB20-2495-79ADC26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C4C32-04CC-62F7-2964-E1C67B53978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9CE3C-EC0E-B62D-B181-F843D719CE2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Unplanned Downtime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(past Week)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6A47F7-DFB3-832B-6BFD-B345735A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17735"/>
              </p:ext>
            </p:extLst>
          </p:nvPr>
        </p:nvGraphicFramePr>
        <p:xfrm>
          <a:off x="233545" y="691261"/>
          <a:ext cx="11558651" cy="789196"/>
        </p:xfrm>
        <a:graphic>
          <a:graphicData uri="http://schemas.openxmlformats.org/drawingml/2006/table">
            <a:tbl>
              <a:tblPr firstRow="1" bandRow="1"/>
              <a:tblGrid>
                <a:gridCol w="561112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2001552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2979499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75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200" b="1" i="0" u="none" strike="noStrik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Downtime Description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Location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Duration (hrs.)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413657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Arial"/>
                          <a:cs typeface="Arial"/>
                        </a:rPr>
                        <a:t>No Unplanned Downtime for past week.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08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8AE-532A-BAE1-3AC3-750DAE85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4DC3-2947-98A8-D603-F306BEC3D369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72C98-B637-6808-CFB3-11DB38CB3F2F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B373B-E36C-152E-1C26-B2A5D52A2E9C}"/>
              </a:ext>
            </a:extLst>
          </p:cNvPr>
          <p:cNvSpPr txBox="1"/>
          <p:nvPr/>
        </p:nvSpPr>
        <p:spPr>
          <a:xfrm>
            <a:off x="9878501" y="614453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422C0-D30A-0459-F928-963FF9735DB1}"/>
              </a:ext>
            </a:extLst>
          </p:cNvPr>
          <p:cNvSpPr txBox="1"/>
          <p:nvPr/>
        </p:nvSpPr>
        <p:spPr>
          <a:xfrm>
            <a:off x="181244" y="29395"/>
            <a:ext cx="74052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/>
              </a:rPr>
              <a:t>OMEGA SNOW Dashboard</a:t>
            </a:r>
            <a:endParaRPr lang="en-US" sz="2400">
              <a:latin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625D2-BCF1-3232-0D84-2F07E9B2726D}"/>
              </a:ext>
            </a:extLst>
          </p:cNvPr>
          <p:cNvSpPr txBox="1"/>
          <p:nvPr/>
        </p:nvSpPr>
        <p:spPr>
          <a:xfrm>
            <a:off x="9331591" y="1006601"/>
            <a:ext cx="267852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9070" indent="-17907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We have one request, </a:t>
            </a:r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RITM0233336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, for SSL renewal. The current certificate is set to expire on 05th Jan’26, respectively.</a:t>
            </a:r>
            <a:endParaRPr lang="en-US" sz="1400">
              <a:solidFill>
                <a:srgbClr val="000000"/>
              </a:solidFill>
              <a:latin typeface="Aptos"/>
              <a:cs typeface="Arial"/>
            </a:endParaRPr>
          </a:p>
        </p:txBody>
      </p:sp>
      <p:pic>
        <p:nvPicPr>
          <p:cNvPr id="5" name="Picture 4" descr="A screenshot of a data application&#10;&#10;AI-generated content may be incorrect.">
            <a:extLst>
              <a:ext uri="{FF2B5EF4-FFF2-40B4-BE49-F238E27FC236}">
                <a16:creationId xmlns:a16="http://schemas.microsoft.com/office/drawing/2014/main" id="{F6387E03-A828-E470-1ED1-22E36200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13" y="604762"/>
            <a:ext cx="8956021" cy="602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46E-0CC4-3F3B-0520-5325257C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1E908-0D5E-C73D-3162-1D8DB77889DD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2C8CF-082E-7E6A-27B1-1C808D4F0DF4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1C3A4-60BB-D996-0D62-2AAD03CD9C20}"/>
              </a:ext>
            </a:extLst>
          </p:cNvPr>
          <p:cNvSpPr txBox="1"/>
          <p:nvPr/>
        </p:nvSpPr>
        <p:spPr>
          <a:xfrm>
            <a:off x="9964973" y="590014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25C38-469C-443B-C225-F02934640B82}"/>
              </a:ext>
            </a:extLst>
          </p:cNvPr>
          <p:cNvSpPr txBox="1"/>
          <p:nvPr/>
        </p:nvSpPr>
        <p:spPr>
          <a:xfrm>
            <a:off x="146608" y="128349"/>
            <a:ext cx="323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 Ageing</a:t>
            </a:r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F7A21-A632-9072-D725-BE676871B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7" y="653143"/>
            <a:ext cx="8862221" cy="59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BE6B-C2D4-8DE2-21F0-C397150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B6DF6-0185-8694-3F86-383101E77AE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12916-F49F-B73D-DE25-1C8E7F3E7EE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RITM Ageing &gt;5 Days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3263E3-8A0E-E2CE-05EC-0E5A30571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489224"/>
              </p:ext>
            </p:extLst>
          </p:nvPr>
        </p:nvGraphicFramePr>
        <p:xfrm>
          <a:off x="232436" y="708969"/>
          <a:ext cx="11600640" cy="1335001"/>
        </p:xfrm>
        <a:graphic>
          <a:graphicData uri="http://schemas.openxmlformats.org/drawingml/2006/table">
            <a:tbl>
              <a:tblPr firstRow="1" bandRow="1"/>
              <a:tblGrid>
                <a:gridCol w="1186589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23784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935607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3512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26443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703974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703974">
                  <a:extLst>
                    <a:ext uri="{9D8B030D-6E8A-4147-A177-3AD203B41FA5}">
                      <a16:colId xmlns:a16="http://schemas.microsoft.com/office/drawing/2014/main" val="2155653269"/>
                    </a:ext>
                  </a:extLst>
                </a:gridCol>
                <a:gridCol w="2271092">
                  <a:extLst>
                    <a:ext uri="{9D8B030D-6E8A-4147-A177-3AD203B41FA5}">
                      <a16:colId xmlns:a16="http://schemas.microsoft.com/office/drawing/2014/main" val="714034893"/>
                    </a:ext>
                  </a:extLst>
                </a:gridCol>
              </a:tblGrid>
              <a:tr h="5730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RITM No.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Created 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Completion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%SLA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#Day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668503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1" i="0" u="none" strike="noStrike" noProof="0" dirty="0">
                          <a:effectLst/>
                          <a:latin typeface="Aptos"/>
                        </a:rPr>
                        <a:t>RITM0233336</a:t>
                      </a:r>
                    </a:p>
                  </a:txBody>
                  <a:tcPr marL="45720" marR="45720" anchor="ctr">
                    <a:lnL w="12700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0" i="0" u="none" strike="noStrike" noProof="0" dirty="0">
                          <a:effectLst/>
                          <a:latin typeface="Aptos"/>
                        </a:rPr>
                        <a:t>SSL Certificate Expire: www.inseeecocycle.com;URL-https://www.inseeecocycle.com </a:t>
                      </a:r>
                      <a:endParaRPr lang="en-US" b="0" dirty="0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0" i="0" u="none" strike="noStrike" noProof="0" dirty="0">
                          <a:effectLst/>
                        </a:rPr>
                        <a:t>07-Nov-25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Solution Accepted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0" i="0" u="none" strike="noStrike" noProof="0" dirty="0">
                          <a:effectLst/>
                        </a:rPr>
                        <a:t>07-Jan-26</a:t>
                      </a:r>
                      <a:endParaRPr 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ptos Narrow"/>
                        </a:rPr>
                        <a:t>0.0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ptos Narrow"/>
                        </a:rPr>
                        <a:t>21</a:t>
                      </a:r>
                      <a:endParaRPr lang="en-US"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baseline="0" noProof="0" dirty="0">
                          <a:solidFill>
                            <a:srgbClr val="111111"/>
                          </a:solidFill>
                        </a:rPr>
                        <a:t>We have received the </a:t>
                      </a:r>
                      <a:r>
                        <a:rPr lang="en-US" sz="1100" b="0" i="0" u="none" strike="noStrike" baseline="0" noProof="0" dirty="0" err="1">
                          <a:solidFill>
                            <a:srgbClr val="111111"/>
                          </a:solidFill>
                        </a:rPr>
                        <a:t>pfx</a:t>
                      </a:r>
                      <a:r>
                        <a:rPr lang="en-US" sz="1100" b="0" i="0" u="none" strike="noStrike" baseline="0" noProof="0" dirty="0">
                          <a:solidFill>
                            <a:srgbClr val="111111"/>
                          </a:solidFill>
                        </a:rPr>
                        <a:t> file as well as the password for uploading the certificate. We are planning to perform the activity on 24-Dec'25.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740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8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726D-B9E9-8D1F-4828-5E47E1F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E4653-551F-884F-D3A3-6A0F69E4A680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79926-35CC-E0E5-49A3-875F8CB85DDD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CF88A-969F-4D63-506B-1B24C6DA5E0A}"/>
              </a:ext>
            </a:extLst>
          </p:cNvPr>
          <p:cNvSpPr txBox="1"/>
          <p:nvPr/>
        </p:nvSpPr>
        <p:spPr>
          <a:xfrm>
            <a:off x="9954087" y="666216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55777-ED8B-0325-E170-239AAB4345D2}"/>
              </a:ext>
            </a:extLst>
          </p:cNvPr>
          <p:cNvSpPr txBox="1"/>
          <p:nvPr/>
        </p:nvSpPr>
        <p:spPr>
          <a:xfrm>
            <a:off x="146608" y="63228"/>
            <a:ext cx="8380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RITMs with Solution Accepted &amp; Target Date</a:t>
            </a:r>
            <a:endParaRPr lang="en-US" sz="2400"/>
          </a:p>
          <a:p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DAD54-C228-70DE-E236-B3E59BB1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5" y="604763"/>
            <a:ext cx="8983198" cy="603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3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E28D-3EF0-5DC1-CE8B-6BDA0E5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DD006-8FC6-0A3F-CB47-84421CCAD319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7D64-FFC0-9C1E-9A81-CA8626E36EA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Major Planned Activities​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95705-B9C3-EA83-C359-7F8F329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0D08B-2D9F-9494-19E3-955A1011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0745"/>
              </p:ext>
            </p:extLst>
          </p:nvPr>
        </p:nvGraphicFramePr>
        <p:xfrm>
          <a:off x="233545" y="692881"/>
          <a:ext cx="11600647" cy="1162583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469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266121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289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INC/RITM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CHG Number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PIC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Time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92378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4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28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F875-7E3F-28EA-297B-273F77C4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AA8DC-5CAB-616C-B981-D8C17A4C72C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F154-8AA7-351D-024C-F6AEF94C3523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Open Problem Ticket &amp;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E1B73-528E-D325-A440-D692BD05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809E-8455-D215-6B67-6054E71D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32432"/>
              </p:ext>
            </p:extLst>
          </p:nvPr>
        </p:nvGraphicFramePr>
        <p:xfrm>
          <a:off x="233545" y="692882"/>
          <a:ext cx="11600649" cy="1205655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081130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28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Problem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74490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51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8B15-A343-66DA-8999-6A7BB1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87D43-2EA5-6B7E-11B9-B5E5B6740EC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F9DD-7FFF-BE29-4AD2-6FD5283D7A18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Leave Plan for Next Week &amp; Team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7D0C-0A64-FAAE-0704-90196709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639DD-AB55-99B9-3DAB-9C1EE93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66380-E90D-2BFA-6893-8E0ED9971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389926"/>
              </p:ext>
            </p:extLst>
          </p:nvPr>
        </p:nvGraphicFramePr>
        <p:xfrm>
          <a:off x="188300" y="1246089"/>
          <a:ext cx="11724893" cy="38876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51">
                  <a:extLst>
                    <a:ext uri="{9D8B030D-6E8A-4147-A177-3AD203B41FA5}">
                      <a16:colId xmlns:a16="http://schemas.microsoft.com/office/drawing/2014/main" val="152014949"/>
                    </a:ext>
                  </a:extLst>
                </a:gridCol>
                <a:gridCol w="1468803">
                  <a:extLst>
                    <a:ext uri="{9D8B030D-6E8A-4147-A177-3AD203B41FA5}">
                      <a16:colId xmlns:a16="http://schemas.microsoft.com/office/drawing/2014/main" val="3707090380"/>
                    </a:ext>
                  </a:extLst>
                </a:gridCol>
                <a:gridCol w="666937">
                  <a:extLst>
                    <a:ext uri="{9D8B030D-6E8A-4147-A177-3AD203B41FA5}">
                      <a16:colId xmlns:a16="http://schemas.microsoft.com/office/drawing/2014/main" val="3839593139"/>
                    </a:ext>
                  </a:extLst>
                </a:gridCol>
                <a:gridCol w="590508">
                  <a:extLst>
                    <a:ext uri="{9D8B030D-6E8A-4147-A177-3AD203B41FA5}">
                      <a16:colId xmlns:a16="http://schemas.microsoft.com/office/drawing/2014/main" val="3511174746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66753222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45351389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825348368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806330605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553659181"/>
                    </a:ext>
                  </a:extLst>
                </a:gridCol>
                <a:gridCol w="699447">
                  <a:extLst>
                    <a:ext uri="{9D8B030D-6E8A-4147-A177-3AD203B41FA5}">
                      <a16:colId xmlns:a16="http://schemas.microsoft.com/office/drawing/2014/main" val="413677165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42945914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6529806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27264185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74212675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557741227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37989729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864311534"/>
                    </a:ext>
                  </a:extLst>
                </a:gridCol>
              </a:tblGrid>
              <a:tr h="308815"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143201"/>
                  </a:ext>
                </a:extLst>
              </a:tr>
              <a:tr h="463224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22-Dec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23-Dec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24-Dec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25-Dec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26-Dec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27-Dec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31-Dec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01-Jan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02-Jan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04-Jan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56132"/>
                  </a:ext>
                </a:extLst>
              </a:tr>
              <a:tr h="470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Sn.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59002"/>
                  </a:ext>
                </a:extLst>
              </a:tr>
              <a:tr h="722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Shubham Sharma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(Domain Owner)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09741"/>
                  </a:ext>
                </a:extLst>
              </a:tr>
              <a:tr h="573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Saroj Kumar Gupta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04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Janvi Sah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6460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Ashutosh Padhi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54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5637-7DBD-FF67-97F2-D870B9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20A26-6365-9DEF-E707-141AF0E8C03A}"/>
              </a:ext>
            </a:extLst>
          </p:cNvPr>
          <p:cNvSpPr/>
          <p:nvPr/>
        </p:nvSpPr>
        <p:spPr>
          <a:xfrm rot="5400000">
            <a:off x="2796360" y="-2571524"/>
            <a:ext cx="6550442" cy="11849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Wooden blocks with letters on them&#10;&#10;AI-generated content may be incorrect.">
            <a:extLst>
              <a:ext uri="{FF2B5EF4-FFF2-40B4-BE49-F238E27FC236}">
                <a16:creationId xmlns:a16="http://schemas.microsoft.com/office/drawing/2014/main" id="{60DB7E11-E028-FD70-7B43-88E6829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1" y="85596"/>
            <a:ext cx="11847015" cy="65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4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3.xml><?xml version="1.0" encoding="utf-8"?>
<a:theme xmlns:a="http://schemas.openxmlformats.org/drawingml/2006/main" name="1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4.xml><?xml version="1.0" encoding="utf-8"?>
<a:theme xmlns:a="http://schemas.openxmlformats.org/drawingml/2006/main" name="2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b16417-066c-4076-9162-8c3be73b755b">
      <Terms xmlns="http://schemas.microsoft.com/office/infopath/2007/PartnerControls"/>
    </lcf76f155ced4ddcb4097134ff3c332f>
    <TaxCatchAll xmlns="6b25960a-2142-4b42-8fba-d8be95a555a9" xsi:nil="true"/>
    <ReviewComment xmlns="b3b16417-066c-4076-9162-8c3be73b755b" xsi:nil="true"/>
    <PotentialtouseintheFuture xmlns="b3b16417-066c-4076-9162-8c3be73b755b" xsi:nil="true"/>
    <FutureRef_x002e_ xmlns="b3b16417-066c-4076-9162-8c3be73b755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A8E74629E404C83EC33C86159F1D2" ma:contentTypeVersion="24" ma:contentTypeDescription="Create a new document." ma:contentTypeScope="" ma:versionID="39de5173ef6afc73f3060541ab15076e">
  <xsd:schema xmlns:xsd="http://www.w3.org/2001/XMLSchema" xmlns:xs="http://www.w3.org/2001/XMLSchema" xmlns:p="http://schemas.microsoft.com/office/2006/metadata/properties" xmlns:ns2="b3b16417-066c-4076-9162-8c3be73b755b" xmlns:ns3="6b25960a-2142-4b42-8fba-d8be95a555a9" targetNamespace="http://schemas.microsoft.com/office/2006/metadata/properties" ma:root="true" ma:fieldsID="b3144702ecbb67bba9c370007525ec2b" ns2:_="" ns3:_="">
    <xsd:import namespace="b3b16417-066c-4076-9162-8c3be73b755b"/>
    <xsd:import namespace="6b25960a-2142-4b42-8fba-d8be95a555a9"/>
    <xsd:element name="properties">
      <xsd:complexType>
        <xsd:sequence>
          <xsd:element name="documentManagement">
            <xsd:complexType>
              <xsd:all>
                <xsd:element ref="ns2:ReviewComment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PotentialtouseintheFuture" minOccurs="0"/>
                <xsd:element ref="ns2:FutureRef_x002e_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16417-066c-4076-9162-8c3be73b755b" elementFormDefault="qualified">
    <xsd:import namespace="http://schemas.microsoft.com/office/2006/documentManagement/types"/>
    <xsd:import namespace="http://schemas.microsoft.com/office/infopath/2007/PartnerControls"/>
    <xsd:element name="ReviewComment" ma:index="3" nillable="true" ma:displayName="Current Takeaway" ma:format="Dropdown" ma:internalName="ReviewComment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bc558e4-5a60-474c-a646-3464ac7a0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PotentialtouseintheFuture" ma:index="26" nillable="true" ma:displayName="Potential to use in the Future" ma:format="Dropdown" ma:internalName="PotentialtouseintheFuture">
      <xsd:simpleType>
        <xsd:restriction base="dms:Text">
          <xsd:maxLength value="255"/>
        </xsd:restriction>
      </xsd:simpleType>
    </xsd:element>
    <xsd:element name="FutureRef_x002e_" ma:index="27" nillable="true" ma:displayName="Future Ref." ma:format="Dropdown" ma:internalName="FutureRef_x002e_">
      <xsd:simpleType>
        <xsd:restriction base="dms:Note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960a-2142-4b42-8fba-d8be95a555a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29c6a820-6340-4101-bd57-13b09864b7c2}" ma:internalName="TaxCatchAll" ma:readOnly="false" ma:showField="CatchAllData" ma:web="6b25960a-2142-4b42-8fba-d8be95a555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6bc558e4-5a60-474c-a646-3464ac7a0862" ContentTypeId="0x0101" PreviousValue="false"/>
</file>

<file path=customXml/itemProps1.xml><?xml version="1.0" encoding="utf-8"?>
<ds:datastoreItem xmlns:ds="http://schemas.openxmlformats.org/officeDocument/2006/customXml" ds:itemID="{7B95FE02-F1D9-4D5C-8E2C-E6CEE29804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BDBB32-552D-4BA4-9A81-F6C25E369FA8}">
  <ds:schemaRefs>
    <ds:schemaRef ds:uri="6b25960a-2142-4b42-8fba-d8be95a555a9"/>
    <ds:schemaRef ds:uri="b3b16417-066c-4076-9162-8c3be73b75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D6C4E1-4FB5-420F-8A04-CA666F3803D8}">
  <ds:schemaRefs>
    <ds:schemaRef ds:uri="6b25960a-2142-4b42-8fba-d8be95a555a9"/>
    <ds:schemaRef ds:uri="b3b16417-066c-4076-9162-8c3be73b75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C1A8B10C-983C-4CE7-800E-2C9482539367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b727a530-a0d5-4fb8-bd40-d8f9763e97db}" enabled="0" method="" siteId="{b727a530-a0d5-4fb8-bd40-d8f9763e97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7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Office Theme</vt:lpstr>
      <vt:lpstr>SCCC_PPT</vt:lpstr>
      <vt:lpstr>1_SCCC_PPT</vt:lpstr>
      <vt:lpstr>2_SCCC_PPT</vt:lpstr>
      <vt:lpstr>OMEGA Module Weekly Meeting – Azure Cloud (PaaS/SaaS)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Summary and Points-to-be discussed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Module Weekly Meeting – Azure Cloud (PaaS/SaaS)</dc:title>
  <dc:creator>Ankit Singh - I</dc:creator>
  <cp:revision>142</cp:revision>
  <dcterms:created xsi:type="dcterms:W3CDTF">2025-05-23T08:09:37Z</dcterms:created>
  <dcterms:modified xsi:type="dcterms:W3CDTF">2025-12-26T02:10:06Z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0x010100513A8E74629E404C83EC33C86159F1D2</vt:lpwstr>
  </property>
  <property fmtid="{D5CDD505-2E9C-101B-9397-08002B2CF9AE}" pid="3" name="MediaServiceImageTags">
    <vt:lpwstr/>
  </property>
</Properties>
</file>