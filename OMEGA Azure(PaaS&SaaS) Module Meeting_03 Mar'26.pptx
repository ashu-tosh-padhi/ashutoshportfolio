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3.xml" ContentType="application/vnd.openxmlformats-officedocument.theme+xml"/>
  <Override PartName="/ppt/tags/tag3.xml" ContentType="application/vnd.openxmlformats-officedocument.presentationml.tags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4.xml" ContentType="application/vnd.openxmlformats-officedocument.theme+xml"/>
  <Override PartName="/ppt/tags/tag4.xml" ContentType="application/vnd.openxmlformats-officedocument.presentationml.tags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  <p:sldMasterId id="2147483660" r:id="rId6"/>
    <p:sldMasterId id="2147483675" r:id="rId7"/>
    <p:sldMasterId id="2147483692" r:id="rId8"/>
  </p:sldMasterIdLst>
  <p:notesMasterIdLst>
    <p:notesMasterId r:id="rId32"/>
  </p:notesMasterIdLst>
  <p:sldIdLst>
    <p:sldId id="261" r:id="rId9"/>
    <p:sldId id="5282" r:id="rId10"/>
    <p:sldId id="6213" r:id="rId11"/>
    <p:sldId id="6232" r:id="rId12"/>
    <p:sldId id="6226" r:id="rId13"/>
    <p:sldId id="6222" r:id="rId14"/>
    <p:sldId id="6229" r:id="rId15"/>
    <p:sldId id="6218" r:id="rId16"/>
    <p:sldId id="6223" r:id="rId17"/>
    <p:sldId id="6230" r:id="rId18"/>
    <p:sldId id="5297" r:id="rId19"/>
    <p:sldId id="6215" r:id="rId20"/>
    <p:sldId id="6228" r:id="rId21"/>
    <p:sldId id="6224" r:id="rId22"/>
    <p:sldId id="5288" r:id="rId23"/>
    <p:sldId id="260" r:id="rId24"/>
    <p:sldId id="5285" r:id="rId25"/>
    <p:sldId id="5290" r:id="rId26"/>
    <p:sldId id="5291" r:id="rId27"/>
    <p:sldId id="5292" r:id="rId28"/>
    <p:sldId id="5293" r:id="rId29"/>
    <p:sldId id="6211" r:id="rId30"/>
    <p:sldId id="623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3441C5F-8881-473A-B843-E66261B5CA0B}">
          <p14:sldIdLst>
            <p14:sldId id="261"/>
            <p14:sldId id="5282"/>
            <p14:sldId id="6213"/>
            <p14:sldId id="6232"/>
            <p14:sldId id="6226"/>
            <p14:sldId id="6222"/>
            <p14:sldId id="6229"/>
            <p14:sldId id="6218"/>
            <p14:sldId id="6223"/>
            <p14:sldId id="6230"/>
            <p14:sldId id="5297"/>
            <p14:sldId id="6215"/>
            <p14:sldId id="6228"/>
            <p14:sldId id="6224"/>
            <p14:sldId id="5288"/>
          </p14:sldIdLst>
        </p14:section>
        <p14:section name="Operation_Performance" id="{B7B82C3A-8322-431D-A616-E8A29CAFA2D6}">
          <p14:sldIdLst>
            <p14:sldId id="260"/>
            <p14:sldId id="5285"/>
            <p14:sldId id="5290"/>
            <p14:sldId id="5291"/>
          </p14:sldIdLst>
        </p14:section>
        <p14:section name="Others" id="{F5782CE1-A4EE-4E82-8DDB-569C0826248B}">
          <p14:sldIdLst>
            <p14:sldId id="5292"/>
            <p14:sldId id="5293"/>
            <p14:sldId id="6211"/>
            <p14:sldId id="623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8E7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6A790E-5ADE-98B2-07F9-6442BEE6D3C4}" v="363" dt="2026-03-03T02:53:53.562"/>
    <p1510:client id="{673F2EDD-4F47-F6EC-0583-4A506EC91EAC}" v="653" dt="2026-03-03T07:02:29.478"/>
    <p1510:client id="{69456748-F46F-AA41-2471-758B8457A86C}" v="22" dt="2026-03-04T05:25:57.1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21" Type="http://schemas.openxmlformats.org/officeDocument/2006/relationships/slide" Target="slides/slide13.xml"/><Relationship Id="rId34" Type="http://schemas.openxmlformats.org/officeDocument/2006/relationships/viewProps" Target="viewProps.xml"/><Relationship Id="rId7" Type="http://schemas.openxmlformats.org/officeDocument/2006/relationships/slideMaster" Target="slideMasters/slideMaster3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slide" Target="slides/slide2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tableStyles" Target="tableStyle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slide" Target="slides/slide23.xml"/><Relationship Id="rId4" Type="http://schemas.openxmlformats.org/officeDocument/2006/relationships/customXml" Target="../customXml/item4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theme" Target="theme/theme1.xml"/><Relationship Id="rId8" Type="http://schemas.openxmlformats.org/officeDocument/2006/relationships/slideMaster" Target="slideMasters/slideMaster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vi Sah" userId="S::janvi.sah@inseegroup.onmicrosoft.com::f40b1070-b57e-4a71-bda7-074c4efadbe4" providerId="AD" clId="Web-{8DD02992-0E1E-4072-929F-64BD41A613D4}"/>
    <pc:docChg chg="modSld">
      <pc:chgData name="Janvi Sah" userId="S::janvi.sah@inseegroup.onmicrosoft.com::f40b1070-b57e-4a71-bda7-074c4efadbe4" providerId="AD" clId="Web-{8DD02992-0E1E-4072-929F-64BD41A613D4}" dt="2026-02-24T07:12:16.533" v="823"/>
      <pc:docMkLst>
        <pc:docMk/>
      </pc:docMkLst>
      <pc:sldChg chg="addSp delSp modSp">
        <pc:chgData name="Janvi Sah" userId="S::janvi.sah@inseegroup.onmicrosoft.com::f40b1070-b57e-4a71-bda7-074c4efadbe4" providerId="AD" clId="Web-{8DD02992-0E1E-4072-929F-64BD41A613D4}" dt="2026-02-24T07:07:26.882" v="764" actId="1076"/>
        <pc:sldMkLst>
          <pc:docMk/>
          <pc:sldMk cId="1986474312" sldId="260"/>
        </pc:sldMkLst>
      </pc:sldChg>
      <pc:sldChg chg="modSp">
        <pc:chgData name="Janvi Sah" userId="S::janvi.sah@inseegroup.onmicrosoft.com::f40b1070-b57e-4a71-bda7-074c4efadbe4" providerId="AD" clId="Web-{8DD02992-0E1E-4072-929F-64BD41A613D4}" dt="2026-02-24T06:24:14.366" v="3" actId="20577"/>
        <pc:sldMkLst>
          <pc:docMk/>
          <pc:sldMk cId="1766131591" sldId="261"/>
        </pc:sldMkLst>
        <pc:spChg chg="mod">
          <ac:chgData name="Janvi Sah" userId="S::janvi.sah@inseegroup.onmicrosoft.com::f40b1070-b57e-4a71-bda7-074c4efadbe4" providerId="AD" clId="Web-{8DD02992-0E1E-4072-929F-64BD41A613D4}" dt="2026-02-24T06:24:14.366" v="3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modSp">
        <pc:chgData name="Janvi Sah" userId="S::janvi.sah@inseegroup.onmicrosoft.com::f40b1070-b57e-4a71-bda7-074c4efadbe4" providerId="AD" clId="Web-{8DD02992-0E1E-4072-929F-64BD41A613D4}" dt="2026-02-24T07:12:16.533" v="823"/>
        <pc:sldMkLst>
          <pc:docMk/>
          <pc:sldMk cId="2739538269" sldId="5282"/>
        </pc:sldMkLst>
        <pc:graphicFrameChg chg="mod modGraphic">
          <ac:chgData name="Janvi Sah" userId="S::janvi.sah@inseegroup.onmicrosoft.com::f40b1070-b57e-4a71-bda7-074c4efadbe4" providerId="AD" clId="Web-{8DD02992-0E1E-4072-929F-64BD41A613D4}" dt="2026-02-24T07:12:16.533" v="823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addSp delSp modSp">
        <pc:chgData name="Janvi Sah" userId="S::janvi.sah@inseegroup.onmicrosoft.com::f40b1070-b57e-4a71-bda7-074c4efadbe4" providerId="AD" clId="Web-{8DD02992-0E1E-4072-929F-64BD41A613D4}" dt="2026-02-24T07:08:33.118" v="770" actId="1076"/>
        <pc:sldMkLst>
          <pc:docMk/>
          <pc:sldMk cId="2227217778" sldId="5285"/>
        </pc:sldMkLst>
      </pc:sldChg>
      <pc:sldChg chg="modSp">
        <pc:chgData name="Janvi Sah" userId="S::janvi.sah@inseegroup.onmicrosoft.com::f40b1070-b57e-4a71-bda7-074c4efadbe4" providerId="AD" clId="Web-{8DD02992-0E1E-4072-929F-64BD41A613D4}" dt="2026-02-24T07:09:39.619" v="815"/>
        <pc:sldMkLst>
          <pc:docMk/>
          <pc:sldMk cId="1226687234" sldId="5290"/>
        </pc:sldMkLst>
        <pc:graphicFrameChg chg="mod modGraphic">
          <ac:chgData name="Janvi Sah" userId="S::janvi.sah@inseegroup.onmicrosoft.com::f40b1070-b57e-4a71-bda7-074c4efadbe4" providerId="AD" clId="Web-{8DD02992-0E1E-4072-929F-64BD41A613D4}" dt="2026-02-24T07:09:39.619" v="815"/>
          <ac:graphicFrameMkLst>
            <pc:docMk/>
            <pc:sldMk cId="1226687234" sldId="5290"/>
            <ac:graphicFrameMk id="4" creationId="{EC2111FA-DEB8-C330-6DDB-8A508D05966E}"/>
          </ac:graphicFrameMkLst>
        </pc:graphicFrameChg>
      </pc:sldChg>
      <pc:sldChg chg="addSp delSp modSp">
        <pc:chgData name="Janvi Sah" userId="S::janvi.sah@inseegroup.onmicrosoft.com::f40b1070-b57e-4a71-bda7-074c4efadbe4" providerId="AD" clId="Web-{8DD02992-0E1E-4072-929F-64BD41A613D4}" dt="2026-02-24T07:10:38.792" v="821" actId="14100"/>
        <pc:sldMkLst>
          <pc:docMk/>
          <pc:sldMk cId="4163238611" sldId="5291"/>
        </pc:sldMkLst>
      </pc:sldChg>
      <pc:sldChg chg="modSp">
        <pc:chgData name="Janvi Sah" userId="S::janvi.sah@inseegroup.onmicrosoft.com::f40b1070-b57e-4a71-bda7-074c4efadbe4" providerId="AD" clId="Web-{8DD02992-0E1E-4072-929F-64BD41A613D4}" dt="2026-02-24T06:58:39.027" v="757"/>
        <pc:sldMkLst>
          <pc:docMk/>
          <pc:sldMk cId="4054545799" sldId="6211"/>
        </pc:sldMkLst>
        <pc:graphicFrameChg chg="mod modGraphic">
          <ac:chgData name="Janvi Sah" userId="S::janvi.sah@inseegroup.onmicrosoft.com::f40b1070-b57e-4a71-bda7-074c4efadbe4" providerId="AD" clId="Web-{8DD02992-0E1E-4072-929F-64BD41A613D4}" dt="2026-02-24T06:58:39.027" v="757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Janvi Sah" userId="S::janvi.sah@inseegroup.onmicrosoft.com::f40b1070-b57e-4a71-bda7-074c4efadbe4" providerId="AD" clId="Web-{8DD02992-0E1E-4072-929F-64BD41A613D4}" dt="2026-02-24T06:54:01.596" v="545"/>
        <pc:sldMkLst>
          <pc:docMk/>
          <pc:sldMk cId="2863955415" sldId="6218"/>
        </pc:sldMkLst>
        <pc:graphicFrameChg chg="mod modGraphic">
          <ac:chgData name="Janvi Sah" userId="S::janvi.sah@inseegroup.onmicrosoft.com::f40b1070-b57e-4a71-bda7-074c4efadbe4" providerId="AD" clId="Web-{8DD02992-0E1E-4072-929F-64BD41A613D4}" dt="2026-02-24T06:54:01.596" v="545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Janvi Sah" userId="S::janvi.sah@inseegroup.onmicrosoft.com::f40b1070-b57e-4a71-bda7-074c4efadbe4" providerId="AD" clId="Web-{8DD02992-0E1E-4072-929F-64BD41A613D4}" dt="2026-02-24T06:55:52.192" v="601"/>
        <pc:sldMkLst>
          <pc:docMk/>
          <pc:sldMk cId="388141262" sldId="6222"/>
        </pc:sldMkLst>
        <pc:graphicFrameChg chg="mod modGraphic">
          <ac:chgData name="Janvi Sah" userId="S::janvi.sah@inseegroup.onmicrosoft.com::f40b1070-b57e-4a71-bda7-074c4efadbe4" providerId="AD" clId="Web-{8DD02992-0E1E-4072-929F-64BD41A613D4}" dt="2026-02-24T06:55:52.192" v="601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Janvi Sah" userId="S::janvi.sah@inseegroup.onmicrosoft.com::f40b1070-b57e-4a71-bda7-074c4efadbe4" providerId="AD" clId="Web-{8DD02992-0E1E-4072-929F-64BD41A613D4}" dt="2026-02-24T06:57:06.649" v="629"/>
        <pc:sldMkLst>
          <pc:docMk/>
          <pc:sldMk cId="2843726764" sldId="6229"/>
        </pc:sldMkLst>
        <pc:graphicFrameChg chg="mod modGraphic">
          <ac:chgData name="Janvi Sah" userId="S::janvi.sah@inseegroup.onmicrosoft.com::f40b1070-b57e-4a71-bda7-074c4efadbe4" providerId="AD" clId="Web-{8DD02992-0E1E-4072-929F-64BD41A613D4}" dt="2026-02-24T06:57:06.649" v="629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2E485EBF-5913-4EF0-C931-55022A0E836F}"/>
    <pc:docChg chg="modSld">
      <pc:chgData name="Ashutosh Padhi" userId="S::ashutosh.padhi@inseegroup.onmicrosoft.com::0164c910-f0c0-434a-965d-5bc5ba8e0963" providerId="AD" clId="Web-{2E485EBF-5913-4EF0-C931-55022A0E836F}" dt="2026-02-25T02:46:32.775" v="117" actId="1076"/>
      <pc:docMkLst>
        <pc:docMk/>
      </pc:docMkLst>
      <pc:sldChg chg="delSp modSp">
        <pc:chgData name="Ashutosh Padhi" userId="S::ashutosh.padhi@inseegroup.onmicrosoft.com::0164c910-f0c0-434a-965d-5bc5ba8e0963" providerId="AD" clId="Web-{2E485EBF-5913-4EF0-C931-55022A0E836F}" dt="2026-02-25T02:40:24.444" v="2"/>
        <pc:sldMkLst>
          <pc:docMk/>
          <pc:sldMk cId="1986474312" sldId="260"/>
        </pc:sldMkLst>
      </pc:sldChg>
      <pc:sldChg chg="modSp">
        <pc:chgData name="Ashutosh Padhi" userId="S::ashutosh.padhi@inseegroup.onmicrosoft.com::0164c910-f0c0-434a-965d-5bc5ba8e0963" providerId="AD" clId="Web-{2E485EBF-5913-4EF0-C931-55022A0E836F}" dt="2026-02-25T02:41:32.898" v="5"/>
        <pc:sldMkLst>
          <pc:docMk/>
          <pc:sldMk cId="2739538269" sldId="5282"/>
        </pc:sldMkLst>
        <pc:graphicFrameChg chg="mod modGraphic">
          <ac:chgData name="Ashutosh Padhi" userId="S::ashutosh.padhi@inseegroup.onmicrosoft.com::0164c910-f0c0-434a-965d-5bc5ba8e0963" providerId="AD" clId="Web-{2E485EBF-5913-4EF0-C931-55022A0E836F}" dt="2026-02-25T02:41:32.898" v="5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2E485EBF-5913-4EF0-C931-55022A0E836F}" dt="2026-02-25T02:44:14.961" v="12" actId="1076"/>
        <pc:sldMkLst>
          <pc:docMk/>
          <pc:sldMk cId="2227217778" sldId="5285"/>
        </pc:sldMkLst>
      </pc:sldChg>
      <pc:sldChg chg="modSp">
        <pc:chgData name="Ashutosh Padhi" userId="S::ashutosh.padhi@inseegroup.onmicrosoft.com::0164c910-f0c0-434a-965d-5bc5ba8e0963" providerId="AD" clId="Web-{2E485EBF-5913-4EF0-C931-55022A0E836F}" dt="2026-02-25T02:45:08.915" v="109"/>
        <pc:sldMkLst>
          <pc:docMk/>
          <pc:sldMk cId="1226687234" sldId="5290"/>
        </pc:sldMkLst>
        <pc:graphicFrameChg chg="mod modGraphic">
          <ac:chgData name="Ashutosh Padhi" userId="S::ashutosh.padhi@inseegroup.onmicrosoft.com::0164c910-f0c0-434a-965d-5bc5ba8e0963" providerId="AD" clId="Web-{2E485EBF-5913-4EF0-C931-55022A0E836F}" dt="2026-02-25T02:45:08.915" v="109"/>
          <ac:graphicFrameMkLst>
            <pc:docMk/>
            <pc:sldMk cId="1226687234" sldId="5290"/>
            <ac:graphicFrameMk id="4" creationId="{EC2111FA-DEB8-C330-6DDB-8A508D05966E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2E485EBF-5913-4EF0-C931-55022A0E836F}" dt="2026-02-25T02:46:32.775" v="117" actId="1076"/>
        <pc:sldMkLst>
          <pc:docMk/>
          <pc:sldMk cId="4163238611" sldId="5291"/>
        </pc:sldMkLst>
      </pc:sldChg>
    </pc:docChg>
  </pc:docChgLst>
  <pc:docChgLst>
    <pc:chgData name="Janvi Sah" userId="S::janvi.sah@inseegroup.onmicrosoft.com::f40b1070-b57e-4a71-bda7-074c4efadbe4" providerId="AD" clId="Web-{07A8807A-1028-933A-5DF7-AB8AA4BA7A98}"/>
    <pc:docChg chg="modSld">
      <pc:chgData name="Janvi Sah" userId="S::janvi.sah@inseegroup.onmicrosoft.com::f40b1070-b57e-4a71-bda7-074c4efadbe4" providerId="AD" clId="Web-{07A8807A-1028-933A-5DF7-AB8AA4BA7A98}" dt="2026-02-10T06:55:28.526" v="475"/>
      <pc:docMkLst>
        <pc:docMk/>
      </pc:docMkLst>
      <pc:sldChg chg="modSp">
        <pc:chgData name="Janvi Sah" userId="S::janvi.sah@inseegroup.onmicrosoft.com::f40b1070-b57e-4a71-bda7-074c4efadbe4" providerId="AD" clId="Web-{07A8807A-1028-933A-5DF7-AB8AA4BA7A98}" dt="2026-02-10T06:35:13.185" v="0"/>
        <pc:sldMkLst>
          <pc:docMk/>
          <pc:sldMk cId="2739538269" sldId="5282"/>
        </pc:sldMkLst>
        <pc:graphicFrameChg chg="modGraphic">
          <ac:chgData name="Janvi Sah" userId="S::janvi.sah@inseegroup.onmicrosoft.com::f40b1070-b57e-4a71-bda7-074c4efadbe4" providerId="AD" clId="Web-{07A8807A-1028-933A-5DF7-AB8AA4BA7A98}" dt="2026-02-10T06:35:13.185" v="0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modSp">
        <pc:chgData name="Janvi Sah" userId="S::janvi.sah@inseegroup.onmicrosoft.com::f40b1070-b57e-4a71-bda7-074c4efadbe4" providerId="AD" clId="Web-{07A8807A-1028-933A-5DF7-AB8AA4BA7A98}" dt="2026-02-10T06:55:28.526" v="475"/>
        <pc:sldMkLst>
          <pc:docMk/>
          <pc:sldMk cId="4054545799" sldId="6211"/>
        </pc:sldMkLst>
        <pc:graphicFrameChg chg="mod modGraphic">
          <ac:chgData name="Janvi Sah" userId="S::janvi.sah@inseegroup.onmicrosoft.com::f40b1070-b57e-4a71-bda7-074c4efadbe4" providerId="AD" clId="Web-{07A8807A-1028-933A-5DF7-AB8AA4BA7A98}" dt="2026-02-10T06:55:28.526" v="475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Janvi Sah" userId="S::janvi.sah@inseegroup.onmicrosoft.com::f40b1070-b57e-4a71-bda7-074c4efadbe4" providerId="AD" clId="Web-{07A8807A-1028-933A-5DF7-AB8AA4BA7A98}" dt="2026-02-10T06:44:07.776" v="161"/>
        <pc:sldMkLst>
          <pc:docMk/>
          <pc:sldMk cId="2863955415" sldId="6218"/>
        </pc:sldMkLst>
        <pc:graphicFrameChg chg="mod modGraphic">
          <ac:chgData name="Janvi Sah" userId="S::janvi.sah@inseegroup.onmicrosoft.com::f40b1070-b57e-4a71-bda7-074c4efadbe4" providerId="AD" clId="Web-{07A8807A-1028-933A-5DF7-AB8AA4BA7A98}" dt="2026-02-10T06:44:07.776" v="161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Janvi Sah" userId="S::janvi.sah@inseegroup.onmicrosoft.com::f40b1070-b57e-4a71-bda7-074c4efadbe4" providerId="AD" clId="Web-{07A8807A-1028-933A-5DF7-AB8AA4BA7A98}" dt="2026-02-10T06:48:39.270" v="247"/>
        <pc:sldMkLst>
          <pc:docMk/>
          <pc:sldMk cId="388141262" sldId="6222"/>
        </pc:sldMkLst>
        <pc:graphicFrameChg chg="mod modGraphic">
          <ac:chgData name="Janvi Sah" userId="S::janvi.sah@inseegroup.onmicrosoft.com::f40b1070-b57e-4a71-bda7-074c4efadbe4" providerId="AD" clId="Web-{07A8807A-1028-933A-5DF7-AB8AA4BA7A98}" dt="2026-02-10T06:48:39.270" v="247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Janvi Sah" userId="S::janvi.sah@inseegroup.onmicrosoft.com::f40b1070-b57e-4a71-bda7-074c4efadbe4" providerId="AD" clId="Web-{07A8807A-1028-933A-5DF7-AB8AA4BA7A98}" dt="2026-02-10T06:50:17.037" v="325"/>
        <pc:sldMkLst>
          <pc:docMk/>
          <pc:sldMk cId="1785435542" sldId="6223"/>
        </pc:sldMkLst>
        <pc:graphicFrameChg chg="mod modGraphic">
          <ac:chgData name="Janvi Sah" userId="S::janvi.sah@inseegroup.onmicrosoft.com::f40b1070-b57e-4a71-bda7-074c4efadbe4" providerId="AD" clId="Web-{07A8807A-1028-933A-5DF7-AB8AA4BA7A98}" dt="2026-02-10T06:50:17.037" v="325"/>
          <ac:graphicFrameMkLst>
            <pc:docMk/>
            <pc:sldMk cId="1785435542" sldId="6223"/>
            <ac:graphicFrameMk id="6" creationId="{4EBE6780-79AA-3600-BDE6-A53FD0B6B474}"/>
          </ac:graphicFrameMkLst>
        </pc:graphicFrameChg>
      </pc:sldChg>
      <pc:sldChg chg="modSp">
        <pc:chgData name="Janvi Sah" userId="S::janvi.sah@inseegroup.onmicrosoft.com::f40b1070-b57e-4a71-bda7-074c4efadbe4" providerId="AD" clId="Web-{07A8807A-1028-933A-5DF7-AB8AA4BA7A98}" dt="2026-02-10T06:50:52.788" v="387"/>
        <pc:sldMkLst>
          <pc:docMk/>
          <pc:sldMk cId="515996917" sldId="6224"/>
        </pc:sldMkLst>
      </pc:sldChg>
      <pc:sldChg chg="modSp">
        <pc:chgData name="Janvi Sah" userId="S::janvi.sah@inseegroup.onmicrosoft.com::f40b1070-b57e-4a71-bda7-074c4efadbe4" providerId="AD" clId="Web-{07A8807A-1028-933A-5DF7-AB8AA4BA7A98}" dt="2026-02-10T06:48:57.395" v="257"/>
        <pc:sldMkLst>
          <pc:docMk/>
          <pc:sldMk cId="2843726764" sldId="6229"/>
        </pc:sldMkLst>
        <pc:graphicFrameChg chg="mod modGraphic">
          <ac:chgData name="Janvi Sah" userId="S::janvi.sah@inseegroup.onmicrosoft.com::f40b1070-b57e-4a71-bda7-074c4efadbe4" providerId="AD" clId="Web-{07A8807A-1028-933A-5DF7-AB8AA4BA7A98}" dt="2026-02-10T06:48:57.395" v="257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  <pc:docChgLst>
    <pc:chgData name="Saroj Kumar Gupta" userId="S::sarojkumar.gupta@inseegroup.onmicrosoft.com::d9849d4c-e22f-4948-b3e9-b2742947c175" providerId="AD" clId="Web-{37F18859-D2EF-F36B-0D48-E2EE52F31DBA}"/>
    <pc:docChg chg="modSld">
      <pc:chgData name="Saroj Kumar Gupta" userId="S::sarojkumar.gupta@inseegroup.onmicrosoft.com::d9849d4c-e22f-4948-b3e9-b2742947c175" providerId="AD" clId="Web-{37F18859-D2EF-F36B-0D48-E2EE52F31DBA}" dt="2026-02-04T01:13:51.264" v="7" actId="14100"/>
      <pc:docMkLst>
        <pc:docMk/>
      </pc:docMkLst>
      <pc:sldChg chg="modSp">
        <pc:chgData name="Saroj Kumar Gupta" userId="S::sarojkumar.gupta@inseegroup.onmicrosoft.com::d9849d4c-e22f-4948-b3e9-b2742947c175" providerId="AD" clId="Web-{37F18859-D2EF-F36B-0D48-E2EE52F31DBA}" dt="2026-02-04T01:13:51.264" v="7" actId="14100"/>
        <pc:sldMkLst>
          <pc:docMk/>
          <pc:sldMk cId="2863955415" sldId="6218"/>
        </pc:sldMkLst>
        <pc:graphicFrameChg chg="mod">
          <ac:chgData name="Saroj Kumar Gupta" userId="S::sarojkumar.gupta@inseegroup.onmicrosoft.com::d9849d4c-e22f-4948-b3e9-b2742947c175" providerId="AD" clId="Web-{37F18859-D2EF-F36B-0D48-E2EE52F31DBA}" dt="2026-02-04T01:13:51.264" v="7" actId="14100"/>
          <ac:graphicFrameMkLst>
            <pc:docMk/>
            <pc:sldMk cId="2863955415" sldId="6218"/>
            <ac:graphicFrameMk id="8" creationId="{C6B5062B-CAC4-2611-A03D-022141ECBEBA}"/>
          </ac:graphicFrameMkLst>
        </pc:graphicFrameChg>
      </pc:sldChg>
      <pc:sldChg chg="modSp">
        <pc:chgData name="Saroj Kumar Gupta" userId="S::sarojkumar.gupta@inseegroup.onmicrosoft.com::d9849d4c-e22f-4948-b3e9-b2742947c175" providerId="AD" clId="Web-{37F18859-D2EF-F36B-0D48-E2EE52F31DBA}" dt="2026-02-04T01:10:33.433" v="0"/>
        <pc:sldMkLst>
          <pc:docMk/>
          <pc:sldMk cId="2843726764" sldId="6229"/>
        </pc:sldMkLst>
        <pc:graphicFrameChg chg="mod modGraphic">
          <ac:chgData name="Saroj Kumar Gupta" userId="S::sarojkumar.gupta@inseegroup.onmicrosoft.com::d9849d4c-e22f-4948-b3e9-b2742947c175" providerId="AD" clId="Web-{37F18859-D2EF-F36B-0D48-E2EE52F31DBA}" dt="2026-02-04T01:10:33.433" v="0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286F3A1A-211E-CF16-5361-B7728DD61785}"/>
    <pc:docChg chg="modSld">
      <pc:chgData name="Ashutosh Padhi" userId="S::ashutosh.padhi@inseegroup.onmicrosoft.com::0164c910-f0c0-434a-965d-5bc5ba8e0963" providerId="AD" clId="Web-{286F3A1A-211E-CF16-5361-B7728DD61785}" dt="2026-02-16T04:49:33.940" v="11"/>
      <pc:docMkLst>
        <pc:docMk/>
      </pc:docMkLst>
      <pc:sldChg chg="modSp">
        <pc:chgData name="Ashutosh Padhi" userId="S::ashutosh.padhi@inseegroup.onmicrosoft.com::0164c910-f0c0-434a-965d-5bc5ba8e0963" providerId="AD" clId="Web-{286F3A1A-211E-CF16-5361-B7728DD61785}" dt="2026-02-16T04:49:33.940" v="11"/>
        <pc:sldMkLst>
          <pc:docMk/>
          <pc:sldMk cId="883369054" sldId="6230"/>
        </pc:sldMkLst>
        <pc:graphicFrameChg chg="mod modGraphic">
          <ac:chgData name="Ashutosh Padhi" userId="S::ashutosh.padhi@inseegroup.onmicrosoft.com::0164c910-f0c0-434a-965d-5bc5ba8e0963" providerId="AD" clId="Web-{286F3A1A-211E-CF16-5361-B7728DD61785}" dt="2026-02-16T04:49:33.940" v="11"/>
          <ac:graphicFrameMkLst>
            <pc:docMk/>
            <pc:sldMk cId="883369054" sldId="6230"/>
            <ac:graphicFrameMk id="7" creationId="{A065CC0E-0531-D7F0-B52C-3E52C6391522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69456748-F46F-AA41-2471-758B8457A86C}"/>
    <pc:docChg chg="modSld">
      <pc:chgData name="Ashutosh Padhi" userId="S::ashutosh.padhi@inseegroup.onmicrosoft.com::0164c910-f0c0-434a-965d-5bc5ba8e0963" providerId="AD" clId="Web-{69456748-F46F-AA41-2471-758B8457A86C}" dt="2026-03-04T05:25:57.168" v="21"/>
      <pc:docMkLst>
        <pc:docMk/>
      </pc:docMkLst>
      <pc:sldChg chg="modSp">
        <pc:chgData name="Ashutosh Padhi" userId="S::ashutosh.padhi@inseegroup.onmicrosoft.com::0164c910-f0c0-434a-965d-5bc5ba8e0963" providerId="AD" clId="Web-{69456748-F46F-AA41-2471-758B8457A86C}" dt="2026-03-04T05:24:43.060" v="9"/>
        <pc:sldMkLst>
          <pc:docMk/>
          <pc:sldMk cId="2739538269" sldId="5282"/>
        </pc:sldMkLst>
        <pc:graphicFrameChg chg="mod modGraphic">
          <ac:chgData name="Ashutosh Padhi" userId="S::ashutosh.padhi@inseegroup.onmicrosoft.com::0164c910-f0c0-434a-965d-5bc5ba8e0963" providerId="AD" clId="Web-{69456748-F46F-AA41-2471-758B8457A86C}" dt="2026-03-04T05:24:43.060" v="9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modSp">
        <pc:chgData name="Ashutosh Padhi" userId="S::ashutosh.padhi@inseegroup.onmicrosoft.com::0164c910-f0c0-434a-965d-5bc5ba8e0963" providerId="AD" clId="Web-{69456748-F46F-AA41-2471-758B8457A86C}" dt="2026-03-04T05:25:57.168" v="21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69456748-F46F-AA41-2471-758B8457A86C}" dt="2026-03-04T05:25:57.168" v="21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5E6A790E-5ADE-98B2-07F9-6442BEE6D3C4}"/>
    <pc:docChg chg="modSld">
      <pc:chgData name="Ashutosh Padhi" userId="S::ashutosh.padhi@inseegroup.onmicrosoft.com::0164c910-f0c0-434a-965d-5bc5ba8e0963" providerId="AD" clId="Web-{5E6A790E-5ADE-98B2-07F9-6442BEE6D3C4}" dt="2026-03-03T02:53:51.968" v="354"/>
      <pc:docMkLst>
        <pc:docMk/>
      </pc:docMkLst>
      <pc:sldChg chg="addSp delSp modSp">
        <pc:chgData name="Ashutosh Padhi" userId="S::ashutosh.padhi@inseegroup.onmicrosoft.com::0164c910-f0c0-434a-965d-5bc5ba8e0963" providerId="AD" clId="Web-{5E6A790E-5ADE-98B2-07F9-6442BEE6D3C4}" dt="2026-03-03T02:41:23.373" v="170" actId="1076"/>
        <pc:sldMkLst>
          <pc:docMk/>
          <pc:sldMk cId="1986474312" sldId="260"/>
        </pc:sldMkLst>
        <pc:picChg chg="del">
          <ac:chgData name="Ashutosh Padhi" userId="S::ashutosh.padhi@inseegroup.onmicrosoft.com::0164c910-f0c0-434a-965d-5bc5ba8e0963" providerId="AD" clId="Web-{5E6A790E-5ADE-98B2-07F9-6442BEE6D3C4}" dt="2026-03-03T02:40:07.669" v="163"/>
          <ac:picMkLst>
            <pc:docMk/>
            <pc:sldMk cId="1986474312" sldId="260"/>
            <ac:picMk id="4" creationId="{291F843A-9283-7663-B71B-965940E5E5E5}"/>
          </ac:picMkLst>
        </pc:picChg>
        <pc:picChg chg="add mod">
          <ac:chgData name="Ashutosh Padhi" userId="S::ashutosh.padhi@inseegroup.onmicrosoft.com::0164c910-f0c0-434a-965d-5bc5ba8e0963" providerId="AD" clId="Web-{5E6A790E-5ADE-98B2-07F9-6442BEE6D3C4}" dt="2026-03-03T02:41:23.373" v="170" actId="1076"/>
          <ac:picMkLst>
            <pc:docMk/>
            <pc:sldMk cId="1986474312" sldId="260"/>
            <ac:picMk id="5" creationId="{A14290B4-5F1F-063B-82C2-ADBAA68727C0}"/>
          </ac:picMkLst>
        </pc:picChg>
      </pc:sldChg>
      <pc:sldChg chg="modSp">
        <pc:chgData name="Ashutosh Padhi" userId="S::ashutosh.padhi@inseegroup.onmicrosoft.com::0164c910-f0c0-434a-965d-5bc5ba8e0963" providerId="AD" clId="Web-{5E6A790E-5ADE-98B2-07F9-6442BEE6D3C4}" dt="2026-03-03T02:35:41.194" v="7" actId="20577"/>
        <pc:sldMkLst>
          <pc:docMk/>
          <pc:sldMk cId="1766131591" sldId="261"/>
        </pc:sldMkLst>
        <pc:spChg chg="mod">
          <ac:chgData name="Ashutosh Padhi" userId="S::ashutosh.padhi@inseegroup.onmicrosoft.com::0164c910-f0c0-434a-965d-5bc5ba8e0963" providerId="AD" clId="Web-{5E6A790E-5ADE-98B2-07F9-6442BEE6D3C4}" dt="2026-03-03T02:35:41.194" v="7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modSp">
        <pc:chgData name="Ashutosh Padhi" userId="S::ashutosh.padhi@inseegroup.onmicrosoft.com::0164c910-f0c0-434a-965d-5bc5ba8e0963" providerId="AD" clId="Web-{5E6A790E-5ADE-98B2-07F9-6442BEE6D3C4}" dt="2026-03-03T02:39:26.293" v="162"/>
        <pc:sldMkLst>
          <pc:docMk/>
          <pc:sldMk cId="2739538269" sldId="5282"/>
        </pc:sldMkLst>
        <pc:graphicFrameChg chg="mod modGraphic">
          <ac:chgData name="Ashutosh Padhi" userId="S::ashutosh.padhi@inseegroup.onmicrosoft.com::0164c910-f0c0-434a-965d-5bc5ba8e0963" providerId="AD" clId="Web-{5E6A790E-5ADE-98B2-07F9-6442BEE6D3C4}" dt="2026-03-03T02:39:26.293" v="162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5E6A790E-5ADE-98B2-07F9-6442BEE6D3C4}" dt="2026-03-03T02:44:54.532" v="180" actId="1076"/>
        <pc:sldMkLst>
          <pc:docMk/>
          <pc:sldMk cId="2227217778" sldId="5285"/>
        </pc:sldMkLst>
        <pc:picChg chg="del">
          <ac:chgData name="Ashutosh Padhi" userId="S::ashutosh.padhi@inseegroup.onmicrosoft.com::0164c910-f0c0-434a-965d-5bc5ba8e0963" providerId="AD" clId="Web-{5E6A790E-5ADE-98B2-07F9-6442BEE6D3C4}" dt="2026-03-03T02:41:30.311" v="171"/>
          <ac:picMkLst>
            <pc:docMk/>
            <pc:sldMk cId="2227217778" sldId="5285"/>
            <ac:picMk id="4" creationId="{B4EA2979-4594-9A56-AFAC-A34E9E152BA9}"/>
          </ac:picMkLst>
        </pc:picChg>
        <pc:picChg chg="add mod">
          <ac:chgData name="Ashutosh Padhi" userId="S::ashutosh.padhi@inseegroup.onmicrosoft.com::0164c910-f0c0-434a-965d-5bc5ba8e0963" providerId="AD" clId="Web-{5E6A790E-5ADE-98B2-07F9-6442BEE6D3C4}" dt="2026-03-03T02:44:54.532" v="180" actId="1076"/>
          <ac:picMkLst>
            <pc:docMk/>
            <pc:sldMk cId="2227217778" sldId="5285"/>
            <ac:picMk id="5" creationId="{8627627B-D74D-B378-27A8-27322C10348D}"/>
          </ac:picMkLst>
        </pc:picChg>
      </pc:sldChg>
      <pc:sldChg chg="modSp">
        <pc:chgData name="Ashutosh Padhi" userId="S::ashutosh.padhi@inseegroup.onmicrosoft.com::0164c910-f0c0-434a-965d-5bc5ba8e0963" providerId="AD" clId="Web-{5E6A790E-5ADE-98B2-07F9-6442BEE6D3C4}" dt="2026-03-03T02:47:28.497" v="206"/>
        <pc:sldMkLst>
          <pc:docMk/>
          <pc:sldMk cId="1226687234" sldId="5290"/>
        </pc:sldMkLst>
        <pc:graphicFrameChg chg="mod modGraphic">
          <ac:chgData name="Ashutosh Padhi" userId="S::ashutosh.padhi@inseegroup.onmicrosoft.com::0164c910-f0c0-434a-965d-5bc5ba8e0963" providerId="AD" clId="Web-{5E6A790E-5ADE-98B2-07F9-6442BEE6D3C4}" dt="2026-03-03T02:47:28.497" v="206"/>
          <ac:graphicFrameMkLst>
            <pc:docMk/>
            <pc:sldMk cId="1226687234" sldId="5290"/>
            <ac:graphicFrameMk id="4" creationId="{EC2111FA-DEB8-C330-6DDB-8A508D05966E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5E6A790E-5ADE-98B2-07F9-6442BEE6D3C4}" dt="2026-03-03T02:48:41.440" v="211" actId="14100"/>
        <pc:sldMkLst>
          <pc:docMk/>
          <pc:sldMk cId="4163238611" sldId="5291"/>
        </pc:sldMkLst>
        <pc:picChg chg="add mod">
          <ac:chgData name="Ashutosh Padhi" userId="S::ashutosh.padhi@inseegroup.onmicrosoft.com::0164c910-f0c0-434a-965d-5bc5ba8e0963" providerId="AD" clId="Web-{5E6A790E-5ADE-98B2-07F9-6442BEE6D3C4}" dt="2026-03-03T02:48:41.440" v="211" actId="14100"/>
          <ac:picMkLst>
            <pc:docMk/>
            <pc:sldMk cId="4163238611" sldId="5291"/>
            <ac:picMk id="4" creationId="{E8C00749-23AD-E07C-9F0E-7B760DA4F634}"/>
          </ac:picMkLst>
        </pc:picChg>
        <pc:picChg chg="del">
          <ac:chgData name="Ashutosh Padhi" userId="S::ashutosh.padhi@inseegroup.onmicrosoft.com::0164c910-f0c0-434a-965d-5bc5ba8e0963" providerId="AD" clId="Web-{5E6A790E-5ADE-98B2-07F9-6442BEE6D3C4}" dt="2026-03-03T02:47:46.405" v="207"/>
          <ac:picMkLst>
            <pc:docMk/>
            <pc:sldMk cId="4163238611" sldId="5291"/>
            <ac:picMk id="5" creationId="{A4598E05-E8BA-710C-261D-6292A8E2AFB7}"/>
          </ac:picMkLst>
        </pc:picChg>
      </pc:sldChg>
      <pc:sldChg chg="modSp">
        <pc:chgData name="Ashutosh Padhi" userId="S::ashutosh.padhi@inseegroup.onmicrosoft.com::0164c910-f0c0-434a-965d-5bc5ba8e0963" providerId="AD" clId="Web-{5E6A790E-5ADE-98B2-07F9-6442BEE6D3C4}" dt="2026-03-03T02:49:58.288" v="327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5E6A790E-5ADE-98B2-07F9-6442BEE6D3C4}" dt="2026-03-03T02:49:58.288" v="327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5E6A790E-5ADE-98B2-07F9-6442BEE6D3C4}" dt="2026-03-03T02:53:51.968" v="354"/>
        <pc:sldMkLst>
          <pc:docMk/>
          <pc:sldMk cId="515996917" sldId="6224"/>
        </pc:sldMkLst>
        <pc:graphicFrameChg chg="del">
          <ac:chgData name="Ashutosh Padhi" userId="S::ashutosh.padhi@inseegroup.onmicrosoft.com::0164c910-f0c0-434a-965d-5bc5ba8e0963" providerId="AD" clId="Web-{5E6A790E-5ADE-98B2-07F9-6442BEE6D3C4}" dt="2026-03-03T02:53:14.014" v="328"/>
          <ac:graphicFrameMkLst>
            <pc:docMk/>
            <pc:sldMk cId="515996917" sldId="6224"/>
            <ac:graphicFrameMk id="5" creationId="{E98F5EC6-12EF-E6C6-B81A-D8CE8729D09D}"/>
          </ac:graphicFrameMkLst>
        </pc:graphicFrameChg>
        <pc:graphicFrameChg chg="add mod modGraphic">
          <ac:chgData name="Ashutosh Padhi" userId="S::ashutosh.padhi@inseegroup.onmicrosoft.com::0164c910-f0c0-434a-965d-5bc5ba8e0963" providerId="AD" clId="Web-{5E6A790E-5ADE-98B2-07F9-6442BEE6D3C4}" dt="2026-03-03T02:53:51.968" v="354"/>
          <ac:graphicFrameMkLst>
            <pc:docMk/>
            <pc:sldMk cId="515996917" sldId="6224"/>
            <ac:graphicFrameMk id="6" creationId="{E4BD3A7B-2723-CD21-1A81-38CB1F74D3BE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0C9C8A6E-ACB0-9816-6B46-ADB70DF8432D}"/>
    <pc:docChg chg="modSld">
      <pc:chgData name="Janvi Sah" userId="S::janvi.sah@inseegroup.onmicrosoft.com::f40b1070-b57e-4a71-bda7-074c4efadbe4" providerId="AD" clId="Web-{0C9C8A6E-ACB0-9816-6B46-ADB70DF8432D}" dt="2026-02-03T09:02:25.212" v="85"/>
      <pc:docMkLst>
        <pc:docMk/>
      </pc:docMkLst>
      <pc:sldChg chg="modSp">
        <pc:chgData name="Janvi Sah" userId="S::janvi.sah@inseegroup.onmicrosoft.com::f40b1070-b57e-4a71-bda7-074c4efadbe4" providerId="AD" clId="Web-{0C9C8A6E-ACB0-9816-6B46-ADB70DF8432D}" dt="2026-02-03T08:59:17.192" v="17"/>
        <pc:sldMkLst>
          <pc:docMk/>
          <pc:sldMk cId="2863955415" sldId="6218"/>
        </pc:sldMkLst>
        <pc:graphicFrameChg chg="mod modGraphic">
          <ac:chgData name="Janvi Sah" userId="S::janvi.sah@inseegroup.onmicrosoft.com::f40b1070-b57e-4a71-bda7-074c4efadbe4" providerId="AD" clId="Web-{0C9C8A6E-ACB0-9816-6B46-ADB70DF8432D}" dt="2026-02-03T08:59:17.192" v="17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addSp delSp modSp">
        <pc:chgData name="Janvi Sah" userId="S::janvi.sah@inseegroup.onmicrosoft.com::f40b1070-b57e-4a71-bda7-074c4efadbe4" providerId="AD" clId="Web-{0C9C8A6E-ACB0-9816-6B46-ADB70DF8432D}" dt="2026-02-03T09:02:25.212" v="85"/>
        <pc:sldMkLst>
          <pc:docMk/>
          <pc:sldMk cId="515996917" sldId="6224"/>
        </pc:sldMkLst>
      </pc:sldChg>
    </pc:docChg>
  </pc:docChgLst>
  <pc:docChgLst>
    <pc:chgData name="Janvi Sah" userId="S::janvi.sah@inseegroup.onmicrosoft.com::f40b1070-b57e-4a71-bda7-074c4efadbe4" providerId="AD" clId="Web-{673F2EDD-4F47-F6EC-0583-4A506EC91EAC}"/>
    <pc:docChg chg="modSld">
      <pc:chgData name="Janvi Sah" userId="S::janvi.sah@inseegroup.onmicrosoft.com::f40b1070-b57e-4a71-bda7-074c4efadbe4" providerId="AD" clId="Web-{673F2EDD-4F47-F6EC-0583-4A506EC91EAC}" dt="2026-03-03T07:02:29.478" v="649"/>
      <pc:docMkLst>
        <pc:docMk/>
      </pc:docMkLst>
      <pc:sldChg chg="modSp">
        <pc:chgData name="Janvi Sah" userId="S::janvi.sah@inseegroup.onmicrosoft.com::f40b1070-b57e-4a71-bda7-074c4efadbe4" providerId="AD" clId="Web-{673F2EDD-4F47-F6EC-0583-4A506EC91EAC}" dt="2026-03-03T07:02:29.478" v="649"/>
        <pc:sldMkLst>
          <pc:docMk/>
          <pc:sldMk cId="2739538269" sldId="5282"/>
        </pc:sldMkLst>
        <pc:graphicFrameChg chg="mod modGraphic">
          <ac:chgData name="Janvi Sah" userId="S::janvi.sah@inseegroup.onmicrosoft.com::f40b1070-b57e-4a71-bda7-074c4efadbe4" providerId="AD" clId="Web-{673F2EDD-4F47-F6EC-0583-4A506EC91EAC}" dt="2026-03-03T07:02:29.478" v="649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modSp">
        <pc:chgData name="Janvi Sah" userId="S::janvi.sah@inseegroup.onmicrosoft.com::f40b1070-b57e-4a71-bda7-074c4efadbe4" providerId="AD" clId="Web-{673F2EDD-4F47-F6EC-0583-4A506EC91EAC}" dt="2026-03-03T06:52:38.185" v="256"/>
        <pc:sldMkLst>
          <pc:docMk/>
          <pc:sldMk cId="2863955415" sldId="6218"/>
        </pc:sldMkLst>
        <pc:graphicFrameChg chg="mod modGraphic">
          <ac:chgData name="Janvi Sah" userId="S::janvi.sah@inseegroup.onmicrosoft.com::f40b1070-b57e-4a71-bda7-074c4efadbe4" providerId="AD" clId="Web-{673F2EDD-4F47-F6EC-0583-4A506EC91EAC}" dt="2026-03-03T06:52:38.185" v="256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Janvi Sah" userId="S::janvi.sah@inseegroup.onmicrosoft.com::f40b1070-b57e-4a71-bda7-074c4efadbe4" providerId="AD" clId="Web-{673F2EDD-4F47-F6EC-0583-4A506EC91EAC}" dt="2026-03-03T06:55:26.143" v="318"/>
        <pc:sldMkLst>
          <pc:docMk/>
          <pc:sldMk cId="388141262" sldId="6222"/>
        </pc:sldMkLst>
        <pc:graphicFrameChg chg="mod modGraphic">
          <ac:chgData name="Janvi Sah" userId="S::janvi.sah@inseegroup.onmicrosoft.com::f40b1070-b57e-4a71-bda7-074c4efadbe4" providerId="AD" clId="Web-{673F2EDD-4F47-F6EC-0583-4A506EC91EAC}" dt="2026-03-03T06:55:26.143" v="318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Janvi Sah" userId="S::janvi.sah@inseegroup.onmicrosoft.com::f40b1070-b57e-4a71-bda7-074c4efadbe4" providerId="AD" clId="Web-{673F2EDD-4F47-F6EC-0583-4A506EC91EAC}" dt="2026-03-03T06:56:50.739" v="334"/>
        <pc:sldMkLst>
          <pc:docMk/>
          <pc:sldMk cId="2843726764" sldId="6229"/>
        </pc:sldMkLst>
        <pc:graphicFrameChg chg="mod modGraphic">
          <ac:chgData name="Janvi Sah" userId="S::janvi.sah@inseegroup.onmicrosoft.com::f40b1070-b57e-4a71-bda7-074c4efadbe4" providerId="AD" clId="Web-{673F2EDD-4F47-F6EC-0583-4A506EC91EAC}" dt="2026-03-03T06:56:50.739" v="334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82D65674-C94A-2F73-8B18-CB37D52F6A0E}"/>
    <pc:docChg chg="modSld">
      <pc:chgData name="Ashutosh Padhi" userId="S::ashutosh.padhi@inseegroup.onmicrosoft.com::0164c910-f0c0-434a-965d-5bc5ba8e0963" providerId="AD" clId="Web-{82D65674-C94A-2F73-8B18-CB37D52F6A0E}" dt="2026-02-18T04:29:01.333" v="1"/>
      <pc:docMkLst>
        <pc:docMk/>
      </pc:docMkLst>
      <pc:sldChg chg="modSp">
        <pc:chgData name="Ashutosh Padhi" userId="S::ashutosh.padhi@inseegroup.onmicrosoft.com::0164c910-f0c0-434a-965d-5bc5ba8e0963" providerId="AD" clId="Web-{82D65674-C94A-2F73-8B18-CB37D52F6A0E}" dt="2026-02-18T04:29:01.333" v="1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82D65674-C94A-2F73-8B18-CB37D52F6A0E}" dt="2026-02-18T04:29:01.333" v="1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4BBE4051-4F00-AD9B-4616-8C98C302DBFD}"/>
    <pc:docChg chg="modSld">
      <pc:chgData name="Janvi Sah" userId="S::janvi.sah@inseegroup.onmicrosoft.com::f40b1070-b57e-4a71-bda7-074c4efadbe4" providerId="AD" clId="Web-{4BBE4051-4F00-AD9B-4616-8C98C302DBFD}" dt="2026-02-17T10:37:22.645" v="697"/>
      <pc:docMkLst>
        <pc:docMk/>
      </pc:docMkLst>
      <pc:sldChg chg="addSp delSp modSp">
        <pc:chgData name="Janvi Sah" userId="S::janvi.sah@inseegroup.onmicrosoft.com::f40b1070-b57e-4a71-bda7-074c4efadbe4" providerId="AD" clId="Web-{4BBE4051-4F00-AD9B-4616-8C98C302DBFD}" dt="2026-02-17T09:32:46.205" v="424" actId="14100"/>
        <pc:sldMkLst>
          <pc:docMk/>
          <pc:sldMk cId="1986474312" sldId="260"/>
        </pc:sldMkLst>
      </pc:sldChg>
      <pc:sldChg chg="modSp">
        <pc:chgData name="Janvi Sah" userId="S::janvi.sah@inseegroup.onmicrosoft.com::f40b1070-b57e-4a71-bda7-074c4efadbe4" providerId="AD" clId="Web-{4BBE4051-4F00-AD9B-4616-8C98C302DBFD}" dt="2026-02-17T08:55:29.146" v="1" actId="20577"/>
        <pc:sldMkLst>
          <pc:docMk/>
          <pc:sldMk cId="1766131591" sldId="261"/>
        </pc:sldMkLst>
        <pc:spChg chg="mod">
          <ac:chgData name="Janvi Sah" userId="S::janvi.sah@inseegroup.onmicrosoft.com::f40b1070-b57e-4a71-bda7-074c4efadbe4" providerId="AD" clId="Web-{4BBE4051-4F00-AD9B-4616-8C98C302DBFD}" dt="2026-02-17T08:55:29.146" v="1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modSp">
        <pc:chgData name="Janvi Sah" userId="S::janvi.sah@inseegroup.onmicrosoft.com::f40b1070-b57e-4a71-bda7-074c4efadbe4" providerId="AD" clId="Web-{4BBE4051-4F00-AD9B-4616-8C98C302DBFD}" dt="2026-02-17T09:14:32.707" v="146"/>
        <pc:sldMkLst>
          <pc:docMk/>
          <pc:sldMk cId="2739538269" sldId="5282"/>
        </pc:sldMkLst>
        <pc:graphicFrameChg chg="mod modGraphic">
          <ac:chgData name="Janvi Sah" userId="S::janvi.sah@inseegroup.onmicrosoft.com::f40b1070-b57e-4a71-bda7-074c4efadbe4" providerId="AD" clId="Web-{4BBE4051-4F00-AD9B-4616-8C98C302DBFD}" dt="2026-02-17T09:14:32.707" v="146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addSp delSp modSp">
        <pc:chgData name="Janvi Sah" userId="S::janvi.sah@inseegroup.onmicrosoft.com::f40b1070-b57e-4a71-bda7-074c4efadbe4" providerId="AD" clId="Web-{4BBE4051-4F00-AD9B-4616-8C98C302DBFD}" dt="2026-02-17T09:34:12.159" v="432" actId="1076"/>
        <pc:sldMkLst>
          <pc:docMk/>
          <pc:sldMk cId="2227217778" sldId="5285"/>
        </pc:sldMkLst>
      </pc:sldChg>
      <pc:sldChg chg="modSp">
        <pc:chgData name="Janvi Sah" userId="S::janvi.sah@inseegroup.onmicrosoft.com::f40b1070-b57e-4a71-bda7-074c4efadbe4" providerId="AD" clId="Web-{4BBE4051-4F00-AD9B-4616-8C98C302DBFD}" dt="2026-02-17T09:35:26.191" v="438"/>
        <pc:sldMkLst>
          <pc:docMk/>
          <pc:sldMk cId="1226687234" sldId="5290"/>
        </pc:sldMkLst>
        <pc:graphicFrameChg chg="mod modGraphic">
          <ac:chgData name="Janvi Sah" userId="S::janvi.sah@inseegroup.onmicrosoft.com::f40b1070-b57e-4a71-bda7-074c4efadbe4" providerId="AD" clId="Web-{4BBE4051-4F00-AD9B-4616-8C98C302DBFD}" dt="2026-02-17T09:35:26.191" v="438"/>
          <ac:graphicFrameMkLst>
            <pc:docMk/>
            <pc:sldMk cId="1226687234" sldId="5290"/>
            <ac:graphicFrameMk id="4" creationId="{EC2111FA-DEB8-C330-6DDB-8A508D05966E}"/>
          </ac:graphicFrameMkLst>
        </pc:graphicFrameChg>
      </pc:sldChg>
      <pc:sldChg chg="addSp delSp modSp">
        <pc:chgData name="Janvi Sah" userId="S::janvi.sah@inseegroup.onmicrosoft.com::f40b1070-b57e-4a71-bda7-074c4efadbe4" providerId="AD" clId="Web-{4BBE4051-4F00-AD9B-4616-8C98C302DBFD}" dt="2026-02-17T09:36:39.957" v="443" actId="14100"/>
        <pc:sldMkLst>
          <pc:docMk/>
          <pc:sldMk cId="4163238611" sldId="5291"/>
        </pc:sldMkLst>
      </pc:sldChg>
      <pc:sldChg chg="modSp">
        <pc:chgData name="Janvi Sah" userId="S::janvi.sah@inseegroup.onmicrosoft.com::f40b1070-b57e-4a71-bda7-074c4efadbe4" providerId="AD" clId="Web-{4BBE4051-4F00-AD9B-4616-8C98C302DBFD}" dt="2026-02-17T09:28:28.127" v="417"/>
        <pc:sldMkLst>
          <pc:docMk/>
          <pc:sldMk cId="4054545799" sldId="6211"/>
        </pc:sldMkLst>
        <pc:graphicFrameChg chg="mod modGraphic">
          <ac:chgData name="Janvi Sah" userId="S::janvi.sah@inseegroup.onmicrosoft.com::f40b1070-b57e-4a71-bda7-074c4efadbe4" providerId="AD" clId="Web-{4BBE4051-4F00-AD9B-4616-8C98C302DBFD}" dt="2026-02-17T09:28:28.127" v="417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Janvi Sah" userId="S::janvi.sah@inseegroup.onmicrosoft.com::f40b1070-b57e-4a71-bda7-074c4efadbe4" providerId="AD" clId="Web-{4BBE4051-4F00-AD9B-4616-8C98C302DBFD}" dt="2026-02-17T10:33:37.197" v="601"/>
        <pc:sldMkLst>
          <pc:docMk/>
          <pc:sldMk cId="2863955415" sldId="6218"/>
        </pc:sldMkLst>
        <pc:graphicFrameChg chg="mod modGraphic">
          <ac:chgData name="Janvi Sah" userId="S::janvi.sah@inseegroup.onmicrosoft.com::f40b1070-b57e-4a71-bda7-074c4efadbe4" providerId="AD" clId="Web-{4BBE4051-4F00-AD9B-4616-8C98C302DBFD}" dt="2026-02-17T10:33:37.197" v="601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Janvi Sah" userId="S::janvi.sah@inseegroup.onmicrosoft.com::f40b1070-b57e-4a71-bda7-074c4efadbe4" providerId="AD" clId="Web-{4BBE4051-4F00-AD9B-4616-8C98C302DBFD}" dt="2026-02-17T10:36:54.799" v="685"/>
        <pc:sldMkLst>
          <pc:docMk/>
          <pc:sldMk cId="388141262" sldId="6222"/>
        </pc:sldMkLst>
        <pc:graphicFrameChg chg="mod modGraphic">
          <ac:chgData name="Janvi Sah" userId="S::janvi.sah@inseegroup.onmicrosoft.com::f40b1070-b57e-4a71-bda7-074c4efadbe4" providerId="AD" clId="Web-{4BBE4051-4F00-AD9B-4616-8C98C302DBFD}" dt="2026-02-17T10:36:54.799" v="685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Janvi Sah" userId="S::janvi.sah@inseegroup.onmicrosoft.com::f40b1070-b57e-4a71-bda7-074c4efadbe4" providerId="AD" clId="Web-{4BBE4051-4F00-AD9B-4616-8C98C302DBFD}" dt="2026-02-17T09:19:55.493" v="315" actId="20577"/>
        <pc:sldMkLst>
          <pc:docMk/>
          <pc:sldMk cId="1867862970" sldId="6228"/>
        </pc:sldMkLst>
        <pc:spChg chg="mod">
          <ac:chgData name="Janvi Sah" userId="S::janvi.sah@inseegroup.onmicrosoft.com::f40b1070-b57e-4a71-bda7-074c4efadbe4" providerId="AD" clId="Web-{4BBE4051-4F00-AD9B-4616-8C98C302DBFD}" dt="2026-02-17T09:19:55.493" v="315" actId="20577"/>
          <ac:spMkLst>
            <pc:docMk/>
            <pc:sldMk cId="1867862970" sldId="6228"/>
            <ac:spMk id="3" creationId="{2100F771-A5BF-364C-D7A6-864C3DB3D1A5}"/>
          </ac:spMkLst>
        </pc:spChg>
      </pc:sldChg>
      <pc:sldChg chg="modSp">
        <pc:chgData name="Janvi Sah" userId="S::janvi.sah@inseegroup.onmicrosoft.com::f40b1070-b57e-4a71-bda7-074c4efadbe4" providerId="AD" clId="Web-{4BBE4051-4F00-AD9B-4616-8C98C302DBFD}" dt="2026-02-17T10:37:22.645" v="697"/>
        <pc:sldMkLst>
          <pc:docMk/>
          <pc:sldMk cId="2843726764" sldId="6229"/>
        </pc:sldMkLst>
        <pc:graphicFrameChg chg="mod modGraphic">
          <ac:chgData name="Janvi Sah" userId="S::janvi.sah@inseegroup.onmicrosoft.com::f40b1070-b57e-4a71-bda7-074c4efadbe4" providerId="AD" clId="Web-{4BBE4051-4F00-AD9B-4616-8C98C302DBFD}" dt="2026-02-17T10:37:22.645" v="697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  <pc:sldChg chg="modSp">
        <pc:chgData name="Janvi Sah" userId="S::janvi.sah@inseegroup.onmicrosoft.com::f40b1070-b57e-4a71-bda7-074c4efadbe4" providerId="AD" clId="Web-{4BBE4051-4F00-AD9B-4616-8C98C302DBFD}" dt="2026-02-17T09:19:23.894" v="312"/>
        <pc:sldMkLst>
          <pc:docMk/>
          <pc:sldMk cId="883369054" sldId="6230"/>
        </pc:sldMkLst>
        <pc:graphicFrameChg chg="mod modGraphic">
          <ac:chgData name="Janvi Sah" userId="S::janvi.sah@inseegroup.onmicrosoft.com::f40b1070-b57e-4a71-bda7-074c4efadbe4" providerId="AD" clId="Web-{4BBE4051-4F00-AD9B-4616-8C98C302DBFD}" dt="2026-02-17T09:19:23.894" v="312"/>
          <ac:graphicFrameMkLst>
            <pc:docMk/>
            <pc:sldMk cId="883369054" sldId="6230"/>
            <ac:graphicFrameMk id="7" creationId="{A065CC0E-0531-D7F0-B52C-3E52C6391522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085908BC-F77A-313F-D8DB-A3D90897E661}"/>
    <pc:docChg chg="modSld">
      <pc:chgData name="Janvi Sah" userId="S::janvi.sah@inseegroup.onmicrosoft.com::f40b1070-b57e-4a71-bda7-074c4efadbe4" providerId="AD" clId="Web-{085908BC-F77A-313F-D8DB-A3D90897E661}" dt="2026-02-03T06:50:05.199" v="347"/>
      <pc:docMkLst>
        <pc:docMk/>
      </pc:docMkLst>
      <pc:sldChg chg="modSp">
        <pc:chgData name="Janvi Sah" userId="S::janvi.sah@inseegroup.onmicrosoft.com::f40b1070-b57e-4a71-bda7-074c4efadbe4" providerId="AD" clId="Web-{085908BC-F77A-313F-D8DB-A3D90897E661}" dt="2026-02-03T06:37:58.427" v="61"/>
        <pc:sldMkLst>
          <pc:docMk/>
          <pc:sldMk cId="2863955415" sldId="6218"/>
        </pc:sldMkLst>
        <pc:graphicFrameChg chg="mod modGraphic">
          <ac:chgData name="Janvi Sah" userId="S::janvi.sah@inseegroup.onmicrosoft.com::f40b1070-b57e-4a71-bda7-074c4efadbe4" providerId="AD" clId="Web-{085908BC-F77A-313F-D8DB-A3D90897E661}" dt="2026-02-03T06:37:58.427" v="61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Janvi Sah" userId="S::janvi.sah@inseegroup.onmicrosoft.com::f40b1070-b57e-4a71-bda7-074c4efadbe4" providerId="AD" clId="Web-{085908BC-F77A-313F-D8DB-A3D90897E661}" dt="2026-02-03T06:48:13.347" v="319"/>
        <pc:sldMkLst>
          <pc:docMk/>
          <pc:sldMk cId="388141262" sldId="6222"/>
        </pc:sldMkLst>
        <pc:graphicFrameChg chg="mod modGraphic">
          <ac:chgData name="Janvi Sah" userId="S::janvi.sah@inseegroup.onmicrosoft.com::f40b1070-b57e-4a71-bda7-074c4efadbe4" providerId="AD" clId="Web-{085908BC-F77A-313F-D8DB-A3D90897E661}" dt="2026-02-03T06:48:13.347" v="319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Janvi Sah" userId="S::janvi.sah@inseegroup.onmicrosoft.com::f40b1070-b57e-4a71-bda7-074c4efadbe4" providerId="AD" clId="Web-{085908BC-F77A-313F-D8DB-A3D90897E661}" dt="2026-02-03T06:50:05.199" v="347"/>
        <pc:sldMkLst>
          <pc:docMk/>
          <pc:sldMk cId="2843726764" sldId="6229"/>
        </pc:sldMkLst>
        <pc:graphicFrameChg chg="mod modGraphic">
          <ac:chgData name="Janvi Sah" userId="S::janvi.sah@inseegroup.onmicrosoft.com::f40b1070-b57e-4a71-bda7-074c4efadbe4" providerId="AD" clId="Web-{085908BC-F77A-313F-D8DB-A3D90897E661}" dt="2026-02-03T06:50:05.199" v="347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6E9DD62A-825E-D176-8C0A-8CF9747AD313}"/>
    <pc:docChg chg="modSld">
      <pc:chgData name="Ashutosh Padhi" userId="S::ashutosh.padhi@inseegroup.onmicrosoft.com::0164c910-f0c0-434a-965d-5bc5ba8e0963" providerId="AD" clId="Web-{6E9DD62A-825E-D176-8C0A-8CF9747AD313}" dt="2026-02-03T03:38:55.365" v="441"/>
      <pc:docMkLst>
        <pc:docMk/>
      </pc:docMkLst>
      <pc:sldChg chg="addSp delSp modSp">
        <pc:chgData name="Ashutosh Padhi" userId="S::ashutosh.padhi@inseegroup.onmicrosoft.com::0164c910-f0c0-434a-965d-5bc5ba8e0963" providerId="AD" clId="Web-{6E9DD62A-825E-D176-8C0A-8CF9747AD313}" dt="2026-02-03T03:32:08.212" v="216" actId="1076"/>
        <pc:sldMkLst>
          <pc:docMk/>
          <pc:sldMk cId="1986474312" sldId="260"/>
        </pc:sldMkLst>
      </pc:sldChg>
      <pc:sldChg chg="modSp">
        <pc:chgData name="Ashutosh Padhi" userId="S::ashutosh.padhi@inseegroup.onmicrosoft.com::0164c910-f0c0-434a-965d-5bc5ba8e0963" providerId="AD" clId="Web-{6E9DD62A-825E-D176-8C0A-8CF9747AD313}" dt="2026-02-03T03:25:15.409" v="15" actId="20577"/>
        <pc:sldMkLst>
          <pc:docMk/>
          <pc:sldMk cId="1766131591" sldId="261"/>
        </pc:sldMkLst>
        <pc:spChg chg="mod">
          <ac:chgData name="Ashutosh Padhi" userId="S::ashutosh.padhi@inseegroup.onmicrosoft.com::0164c910-f0c0-434a-965d-5bc5ba8e0963" providerId="AD" clId="Web-{6E9DD62A-825E-D176-8C0A-8CF9747AD313}" dt="2026-02-03T03:25:15.409" v="15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modSp">
        <pc:chgData name="Ashutosh Padhi" userId="S::ashutosh.padhi@inseegroup.onmicrosoft.com::0164c910-f0c0-434a-965d-5bc5ba8e0963" providerId="AD" clId="Web-{6E9DD62A-825E-D176-8C0A-8CF9747AD313}" dt="2026-02-03T03:28:51.620" v="207"/>
        <pc:sldMkLst>
          <pc:docMk/>
          <pc:sldMk cId="2739538269" sldId="5282"/>
        </pc:sldMkLst>
        <pc:graphicFrameChg chg="mod modGraphic">
          <ac:chgData name="Ashutosh Padhi" userId="S::ashutosh.padhi@inseegroup.onmicrosoft.com::0164c910-f0c0-434a-965d-5bc5ba8e0963" providerId="AD" clId="Web-{6E9DD62A-825E-D176-8C0A-8CF9747AD313}" dt="2026-02-03T03:28:51.620" v="207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6E9DD62A-825E-D176-8C0A-8CF9747AD313}" dt="2026-02-03T03:33:35.497" v="225" actId="1076"/>
        <pc:sldMkLst>
          <pc:docMk/>
          <pc:sldMk cId="2227217778" sldId="5285"/>
        </pc:sldMkLst>
      </pc:sldChg>
      <pc:sldChg chg="modSp">
        <pc:chgData name="Ashutosh Padhi" userId="S::ashutosh.padhi@inseegroup.onmicrosoft.com::0164c910-f0c0-434a-965d-5bc5ba8e0963" providerId="AD" clId="Web-{6E9DD62A-825E-D176-8C0A-8CF9747AD313}" dt="2026-02-03T03:35:37.861" v="307"/>
        <pc:sldMkLst>
          <pc:docMk/>
          <pc:sldMk cId="1226687234" sldId="5290"/>
        </pc:sldMkLst>
        <pc:graphicFrameChg chg="mod modGraphic">
          <ac:chgData name="Ashutosh Padhi" userId="S::ashutosh.padhi@inseegroup.onmicrosoft.com::0164c910-f0c0-434a-965d-5bc5ba8e0963" providerId="AD" clId="Web-{6E9DD62A-825E-D176-8C0A-8CF9747AD313}" dt="2026-02-03T03:35:37.861" v="307"/>
          <ac:graphicFrameMkLst>
            <pc:docMk/>
            <pc:sldMk cId="1226687234" sldId="5290"/>
            <ac:graphicFrameMk id="4" creationId="{EC2111FA-DEB8-C330-6DDB-8A508D05966E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6E9DD62A-825E-D176-8C0A-8CF9747AD313}" dt="2026-02-03T03:36:46.847" v="314" actId="1076"/>
        <pc:sldMkLst>
          <pc:docMk/>
          <pc:sldMk cId="4163238611" sldId="5291"/>
        </pc:sldMkLst>
      </pc:sldChg>
      <pc:sldChg chg="modSp">
        <pc:chgData name="Ashutosh Padhi" userId="S::ashutosh.padhi@inseegroup.onmicrosoft.com::0164c910-f0c0-434a-965d-5bc5ba8e0963" providerId="AD" clId="Web-{6E9DD62A-825E-D176-8C0A-8CF9747AD313}" dt="2026-02-03T03:38:55.365" v="441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6E9DD62A-825E-D176-8C0A-8CF9747AD313}" dt="2026-02-03T03:38:55.365" v="441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08-Feb to 14-Feb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indg-app-dev-001</c:v>
                </c:pt>
                <c:pt idx="1">
                  <c:v>indg-app-prod-001</c:v>
                </c:pt>
                <c:pt idx="2">
                  <c:v>indg-platform-connectivity-prod- 001</c:v>
                </c:pt>
                <c:pt idx="3">
                  <c:v>indg-infrastructure-archive-001</c:v>
                </c:pt>
              </c:strCache>
            </c:strRef>
          </c:cat>
          <c:val>
            <c:numRef>
              <c:f>Sheet1!$B$2:$B$5</c:f>
              <c:numCache>
                <c:formatCode>"$"#,##0.00_);[Red]\("$"#,##0.00\)</c:formatCode>
                <c:ptCount val="4"/>
                <c:pt idx="0">
                  <c:v>148.38999999999999</c:v>
                </c:pt>
                <c:pt idx="1">
                  <c:v>377.66</c:v>
                </c:pt>
                <c:pt idx="2">
                  <c:v>256.05</c:v>
                </c:pt>
                <c:pt idx="3">
                  <c:v>41.41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79-4FBD-88F1-CE9F66E449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15-Feb to 21-Feb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indg-app-dev-001</c:v>
                </c:pt>
                <c:pt idx="1">
                  <c:v>indg-app-prod-001</c:v>
                </c:pt>
                <c:pt idx="2">
                  <c:v>indg-platform-connectivity-prod- 001</c:v>
                </c:pt>
                <c:pt idx="3">
                  <c:v>indg-infrastructure-archive-001</c:v>
                </c:pt>
              </c:strCache>
            </c:strRef>
          </c:cat>
          <c:val>
            <c:numRef>
              <c:f>Sheet1!$C$2:$C$5</c:f>
              <c:numCache>
                <c:formatCode>"$"#,##0.00_);[Red]\("$"#,##0.00\)</c:formatCode>
                <c:ptCount val="4"/>
                <c:pt idx="0">
                  <c:v>145.04</c:v>
                </c:pt>
                <c:pt idx="1">
                  <c:v>384.83</c:v>
                </c:pt>
                <c:pt idx="2">
                  <c:v>254.29</c:v>
                </c:pt>
                <c:pt idx="3">
                  <c:v>41.4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79-4FBD-88F1-CE9F66E449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22-Feb to 28-Feb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indg-app-dev-001</c:v>
                </c:pt>
                <c:pt idx="1">
                  <c:v>indg-app-prod-001</c:v>
                </c:pt>
                <c:pt idx="2">
                  <c:v>indg-platform-connectivity-prod- 001</c:v>
                </c:pt>
                <c:pt idx="3">
                  <c:v>indg-infrastructure-archive-001</c:v>
                </c:pt>
              </c:strCache>
            </c:strRef>
          </c:cat>
          <c:val>
            <c:numRef>
              <c:f>Sheet1!$D$2:$D$5</c:f>
              <c:numCache>
                <c:formatCode>"$"#,##0.00_);[Red]\("$"#,##0.00\)</c:formatCode>
                <c:ptCount val="4"/>
                <c:pt idx="0">
                  <c:v>142.94</c:v>
                </c:pt>
                <c:pt idx="1">
                  <c:v>390.7</c:v>
                </c:pt>
                <c:pt idx="2">
                  <c:v>254.51</c:v>
                </c:pt>
                <c:pt idx="3">
                  <c:v>41.8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C79-4FBD-88F1-CE9F66E4499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262746271"/>
        <c:axId val="1262742911"/>
      </c:barChart>
      <c:catAx>
        <c:axId val="126274627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62742911"/>
        <c:crosses val="autoZero"/>
        <c:auto val="1"/>
        <c:lblAlgn val="ctr"/>
        <c:lblOffset val="100"/>
        <c:noMultiLvlLbl val="0"/>
      </c:catAx>
      <c:valAx>
        <c:axId val="1262742911"/>
        <c:scaling>
          <c:orientation val="minMax"/>
          <c:max val="4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$&quot;#,##0.00_);[Red]\(&quot;$&quot;#,##0.0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62746271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solidFill>
            <a:schemeClr val="tx1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9661617384322609E-2"/>
          <c:y val="5.254205877158287E-2"/>
          <c:w val="0.92810663075650801"/>
          <c:h val="0.7335359467856725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08-Feb to 14-Feb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2"/>
              <c:layout>
                <c:manualLayout>
                  <c:x val="-5.5598872087134314E-3"/>
                  <c:y val="7.8980688910613769E-3"/>
                </c:manualLayout>
              </c:layout>
              <c:tx>
                <c:rich>
                  <a:bodyPr/>
                  <a:lstStyle/>
                  <a:p>
                    <a:fld id="{7843AE2A-E293-4768-9B87-80F4B3301936}" type="VALUE">
                      <a:rPr lang="en-US" sz="1100"/>
                      <a:pPr/>
                      <a:t>[VALUE]</a:t>
                    </a:fld>
                    <a:endParaRPr lang="en-US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AAA2-4EB2-BF20-B11636F5D41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Smart Silo </c:v>
                </c:pt>
                <c:pt idx="1">
                  <c:v>Transporter Portal </c:v>
                </c:pt>
                <c:pt idx="2">
                  <c:v>Safety Passport </c:v>
                </c:pt>
                <c:pt idx="3">
                  <c:v>Corporate Websites </c:v>
                </c:pt>
                <c:pt idx="4">
                  <c:v>SharePoint Automation </c:v>
                </c:pt>
                <c:pt idx="5">
                  <c:v>ISO SLA </c:v>
                </c:pt>
              </c:strCache>
            </c:strRef>
          </c:cat>
          <c:val>
            <c:numRef>
              <c:f>Sheet1!$B$2:$B$7</c:f>
              <c:numCache>
                <c:formatCode>"$"#,##0.00_);[Red]\("$"#,##0.00\)</c:formatCode>
                <c:ptCount val="6"/>
                <c:pt idx="0">
                  <c:v>82.49</c:v>
                </c:pt>
                <c:pt idx="1">
                  <c:v>71.900000000000006</c:v>
                </c:pt>
                <c:pt idx="2">
                  <c:v>279.70999999999998</c:v>
                </c:pt>
                <c:pt idx="3">
                  <c:v>51.93</c:v>
                </c:pt>
                <c:pt idx="4">
                  <c:v>17.14</c:v>
                </c:pt>
                <c:pt idx="5">
                  <c:v>17.14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A1-499E-9EA6-9D40E38F08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15-Feb to 21-Feb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2"/>
              <c:layout>
                <c:manualLayout>
                  <c:x val="-1.1119774417427516E-3"/>
                  <c:y val="1.1847103336592056E-2"/>
                </c:manualLayout>
              </c:layout>
              <c:tx>
                <c:rich>
                  <a:bodyPr/>
                  <a:lstStyle/>
                  <a:p>
                    <a:fld id="{2136AB65-E4A9-47FB-81D4-7C116E43818F}" type="VALUE">
                      <a:rPr lang="en-US" sz="1100"/>
                      <a:pPr/>
                      <a:t>[VALUE]</a:t>
                    </a:fld>
                    <a:endParaRPr lang="en-US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AAA2-4EB2-BF20-B11636F5D41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Smart Silo </c:v>
                </c:pt>
                <c:pt idx="1">
                  <c:v>Transporter Portal </c:v>
                </c:pt>
                <c:pt idx="2">
                  <c:v>Safety Passport </c:v>
                </c:pt>
                <c:pt idx="3">
                  <c:v>Corporate Websites </c:v>
                </c:pt>
                <c:pt idx="4">
                  <c:v>SharePoint Automation </c:v>
                </c:pt>
                <c:pt idx="5">
                  <c:v>ISO SLA </c:v>
                </c:pt>
              </c:strCache>
            </c:strRef>
          </c:cat>
          <c:val>
            <c:numRef>
              <c:f>Sheet1!$C$2:$C$7</c:f>
              <c:numCache>
                <c:formatCode>"$"#,##0.00_);[Red]\("$"#,##0.00\)</c:formatCode>
                <c:ptCount val="6"/>
                <c:pt idx="0">
                  <c:v>82.57</c:v>
                </c:pt>
                <c:pt idx="1">
                  <c:v>71.900000000000006</c:v>
                </c:pt>
                <c:pt idx="2" formatCode="&quot;$&quot;#,##0_);[Red]\(&quot;$&quot;#,##0\)">
                  <c:v>279</c:v>
                </c:pt>
                <c:pt idx="3">
                  <c:v>59.12</c:v>
                </c:pt>
                <c:pt idx="4">
                  <c:v>17.62</c:v>
                </c:pt>
                <c:pt idx="5">
                  <c:v>17.149999999999999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BA1-499E-9EA6-9D40E38F08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22-Feb to 28-Feb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2"/>
              <c:layout>
                <c:manualLayout>
                  <c:x val="2.2239548834853402E-3"/>
                  <c:y val="1.5796137782122754E-2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1197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DB841BEE-43D4-45BC-B20B-8017E88E0513}" type="VALUE">
                      <a:rPr lang="en-US" sz="1100"/>
                      <a:pPr>
                        <a:defRPr sz="1197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t>[VALUE]</a:t>
                    </a:fld>
                    <a:endParaRPr 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4BA1-499E-9EA6-9D40E38F082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Smart Silo </c:v>
                </c:pt>
                <c:pt idx="1">
                  <c:v>Transporter Portal </c:v>
                </c:pt>
                <c:pt idx="2">
                  <c:v>Safety Passport </c:v>
                </c:pt>
                <c:pt idx="3">
                  <c:v>Corporate Websites </c:v>
                </c:pt>
                <c:pt idx="4">
                  <c:v>SharePoint Automation </c:v>
                </c:pt>
                <c:pt idx="5">
                  <c:v>ISO SLA </c:v>
                </c:pt>
              </c:strCache>
            </c:strRef>
          </c:cat>
          <c:val>
            <c:numRef>
              <c:f>Sheet1!$D$2:$D$7</c:f>
              <c:numCache>
                <c:formatCode>"$"#,##0.00_);[Red]\("$"#,##0.00\)</c:formatCode>
                <c:ptCount val="6"/>
                <c:pt idx="0">
                  <c:v>82.49</c:v>
                </c:pt>
                <c:pt idx="1">
                  <c:v>71.900000000000006</c:v>
                </c:pt>
                <c:pt idx="2">
                  <c:v>275.45</c:v>
                </c:pt>
                <c:pt idx="3">
                  <c:v>65.97</c:v>
                </c:pt>
                <c:pt idx="4">
                  <c:v>18.23</c:v>
                </c:pt>
                <c:pt idx="5">
                  <c:v>17.170000000000002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BA1-499E-9EA6-9D40E38F082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72"/>
        <c:overlap val="-50"/>
        <c:axId val="1474629887"/>
        <c:axId val="1474620287"/>
      </c:barChart>
      <c:catAx>
        <c:axId val="14746298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74620287"/>
        <c:crosses val="autoZero"/>
        <c:auto val="1"/>
        <c:lblAlgn val="ctr"/>
        <c:lblOffset val="100"/>
        <c:noMultiLvlLbl val="0"/>
      </c:catAx>
      <c:valAx>
        <c:axId val="14746202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$&quot;#,##0.00_);[Red]\(&quot;$&quot;#,##0.0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7462988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C3417C-1596-4455-9FB6-5300FB06C86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EA8143-EB37-4501-BFAA-A63B0B4FE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908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595401D-9D8E-4E25-990D-3F7F5AE12B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7586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260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7D405-6F7E-6533-7E1A-E39EFED46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1B0A66-D3CD-1B76-50C8-8032F906EA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41D4E4-6049-94D0-902C-05C31E9CA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7D868-C822-D3E9-15E8-A2280DFC91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4263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542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1892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747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499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5717C-274C-D313-0783-B282DD9AFF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B695F0-DADA-2E0E-F160-344200BBF9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62879-B181-5E67-86D3-A6D6A17F1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D97DB-F276-27C0-3E28-3303CF2F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F25BC2-3CF5-8277-8295-0188F9F2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55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74250-1148-4CA3-A971-2DB0A328A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67894-B757-0294-2C50-66980649C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0D73F-1F3F-3ADF-6DFB-F12335BBD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1E0D8-7C67-618A-2AF2-27B4CA281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21C3C7-1C6A-6057-3CAC-53B52F76A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5909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9E20F-C815-EB12-70DD-428DABC6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A8C521-C3C1-7AB2-7B2C-09C64EEF8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E644CF-84C5-0BC7-424F-2C317221E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6E606-68F8-A326-AAE3-3E6E8DC5C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D2C13-7C16-73AF-B35A-57A775F06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820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3FB35-93F3-5C34-7897-B1BC18B03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9FBEC-C945-003B-5788-7DE14B9419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CEB558-8353-187A-98AA-9E4C4641B9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457D1-FD01-1D29-024E-80C98CF28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9EF160-FF84-4296-C66A-8ACF77684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32B20-31DF-6242-FEDC-CF180B58C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288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E29F9-443F-561C-80B9-E4485A36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3DB550-66C3-296A-4249-71933BCD7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DFE6C3-4D6E-F950-FD7E-6AC36B57EA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88D000-11F5-09FC-F8EC-91DAB452EC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0D6AEC-C51A-307F-1B55-2F7D861020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FE7AEB-C3B8-1995-EB0E-E6ACBBEBF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3D3E6A-1553-4779-E9EE-F1DE57CFF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A84052-8D2C-04AE-9522-3C2D16DC8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801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DBF9A-D032-59A2-4B54-EA4D24D05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9592A9-F618-4130-CD3D-7E61F360F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F2E2EA-8058-313C-6941-426DA90A6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4032F9-2972-F3A2-5EDA-91D0ED68D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16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9F76D0-BD65-8C89-F904-1317E6AD1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7ED184-36A9-4DF2-A483-4E96BDA17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2C7E1-D845-799F-1111-1348CC376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901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C2D90-A8E5-9D07-3E07-F326956ED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A1C5B-B33C-F88D-347E-0DF98657B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962E2E-9B57-7EA0-B65C-4E938C3791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F0A36-21F1-7583-B84D-1FFD5F024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017DF0-7E57-0D96-EBAB-2D0A6997D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D574AE-6142-398B-69FD-6AEC53649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501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86F1B-D963-358F-F915-1A1935786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48E7A4-41F0-E05B-41BE-7E7A6A82A9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6A1030-EB16-D104-64CF-18499E829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4DBA-6077-7C2A-992C-EEAA98F53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9E4B8-05CE-E69D-7504-2E1384ED6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64B3F9-B9FD-D742-656B-47D4ED831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284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ED52F-EE5C-C794-2C56-B71C0C32C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3085F4-C6D1-A9A6-4795-E044EFBB57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F69F9-1023-1469-CC81-B2757DA09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9D4521-BF10-09CB-9D4E-FB59F3442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B8026-C08A-C9D3-DCA8-6F58E95EE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40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8A4AAD-5C3D-D770-155D-DA1525A3B1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4FE6CF-94EC-D85F-2AAA-5ABFECEA5C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1AB01-8178-52FA-47F3-DA45A99B0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90832-22DF-89C3-B011-84770E723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1102AD-4C0B-9ACB-42B8-9F6A93073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847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048000"/>
            <a:ext cx="9956800" cy="8382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970617" y="2363789"/>
            <a:ext cx="8574616" cy="530225"/>
          </a:xfrm>
          <a:ln w="50800">
            <a:solidFill>
              <a:srgbClr val="FF0000"/>
            </a:solidFill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3733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740" y="1498601"/>
            <a:ext cx="1913515" cy="71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668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nd"/>
          <p:cNvSpPr/>
          <p:nvPr>
            <p:custDataLst>
              <p:tags r:id="rId1"/>
            </p:custDataLst>
          </p:nvPr>
        </p:nvSpPr>
        <p:spPr>
          <a:xfrm>
            <a:off x="0" y="1712384"/>
            <a:ext cx="12192000" cy="1143000"/>
          </a:xfrm>
          <a:prstGeom prst="rect">
            <a:avLst/>
          </a:prstGeom>
          <a:solidFill>
            <a:srgbClr val="FF1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16000" y="2362201"/>
            <a:ext cx="9956800" cy="4191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056217" y="1831977"/>
            <a:ext cx="8574616" cy="530225"/>
          </a:xfrm>
          <a:ln w="50800">
            <a:noFill/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4267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10"/>
          </p:nvPr>
        </p:nvSpPr>
        <p:spPr>
          <a:xfrm>
            <a:off x="0" y="2854800"/>
            <a:ext cx="12192000" cy="4003200"/>
          </a:xfrm>
        </p:spPr>
        <p:txBody>
          <a:bodyPr/>
          <a:lstStyle/>
          <a:p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29" y="850741"/>
            <a:ext cx="2002369" cy="74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6251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r">
              <a:defRPr sz="1067"/>
            </a:lvl1pPr>
          </a:lstStyle>
          <a:p>
            <a:pPr>
              <a:defRPr/>
            </a:pPr>
            <a:fld id="{38228666-3C56-4E2A-BB13-C98D022F6BF6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2807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/>
            </a:lvl1pPr>
            <a:lvl2pPr marL="609585" indent="0">
              <a:buNone/>
              <a:defRPr sz="2400"/>
            </a:lvl2pPr>
            <a:lvl3pPr marL="1219170" indent="0">
              <a:buNone/>
              <a:defRPr sz="2133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  <a:lvl6pPr marL="3047924" indent="0">
              <a:buNone/>
              <a:defRPr sz="1867"/>
            </a:lvl6pPr>
            <a:lvl7pPr marL="3657509" indent="0">
              <a:buNone/>
              <a:defRPr sz="1867"/>
            </a:lvl7pPr>
            <a:lvl8pPr marL="4267093" indent="0">
              <a:buNone/>
              <a:defRPr sz="1867"/>
            </a:lvl8pPr>
            <a:lvl9pPr marL="4876678" indent="0">
              <a:buNone/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D74918-9E7F-4C6F-BA9C-583D707EC1E7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26757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5220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29453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DCF223-6F06-4E59-BDF4-E4CB962EB0F5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5252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auto">
          <a:xfrm>
            <a:off x="5482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63394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>
          <a:xfrm>
            <a:off x="30480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half" idx="12"/>
          </p:nvPr>
        </p:nvSpPr>
        <p:spPr>
          <a:xfrm>
            <a:off x="611632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half" idx="13"/>
          </p:nvPr>
        </p:nvSpPr>
        <p:spPr>
          <a:xfrm>
            <a:off x="586742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Content Placeholder 7"/>
          <p:cNvSpPr>
            <a:spLocks noGrp="1"/>
          </p:cNvSpPr>
          <p:nvPr>
            <p:ph sz="half" idx="14"/>
          </p:nvPr>
        </p:nvSpPr>
        <p:spPr>
          <a:xfrm>
            <a:off x="6358891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5"/>
          <p:cNvSpPr>
            <a:spLocks noGrp="1"/>
          </p:cNvSpPr>
          <p:nvPr>
            <p:ph type="body" idx="1"/>
          </p:nvPr>
        </p:nvSpPr>
        <p:spPr>
          <a:xfrm>
            <a:off x="30480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idx="15"/>
          </p:nvPr>
        </p:nvSpPr>
        <p:spPr>
          <a:xfrm>
            <a:off x="611632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Rectangle 23"/>
          <p:cNvSpPr>
            <a:spLocks noGrp="1" noChangeArrowheads="1"/>
          </p:cNvSpPr>
          <p:nvPr>
            <p:ph type="dt" sz="half" idx="16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DF2624-E17F-4AC4-80A8-C12F171F3F83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65330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74637"/>
            <a:ext cx="11582400" cy="6397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535113"/>
            <a:ext cx="548640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2174875"/>
            <a:ext cx="5486400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4401" y="1535113"/>
            <a:ext cx="5892799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4401" y="2174875"/>
            <a:ext cx="5892799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F1A24E6-B949-4329-9721-7C594DD917F6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1842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83A1A8-2EEA-44A7-9F46-0D1E916874C4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03779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C5573D-2BBF-4A4A-A6D0-442E7FBEBCE5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52558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C81AD6-F575-4C74-B0AA-39D1A87B3CC0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12509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4494FD-A092-4AE3-ABAE-9A01AB120569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85023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C3282E-8445-40EC-87D3-08CF1F773B9C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164550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25000" y="414339"/>
            <a:ext cx="2525184" cy="5408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5219" y="414339"/>
            <a:ext cx="7376583" cy="5408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8F1C98A-B36C-4EFB-8D10-15805FE22FE4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66110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1219170" fontAlgn="base">
              <a:buClr>
                <a:srgbClr val="FF0000"/>
              </a:buClr>
              <a:defRPr/>
            </a:pPr>
            <a:fld id="{2485B633-6863-4B84-8019-F125347A66EC}" type="slidenum">
              <a:rPr lang="en-GB" smtClean="0">
                <a:cs typeface="Arial" panose="020B0604020202020204" pitchFamily="34" charset="0"/>
              </a:rPr>
              <a:pPr defTabSz="1219170" fontAlgn="base">
                <a:buClr>
                  <a:srgbClr val="FF0000"/>
                </a:buClr>
                <a:defRPr/>
              </a:pPr>
              <a:t>‹#›</a:t>
            </a:fld>
            <a:endParaRPr lang="en-GB">
              <a:cs typeface="Arial" panose="020B0604020202020204" pitchFamily="34" charset="0"/>
            </a:endParaRPr>
          </a:p>
        </p:txBody>
      </p:sp>
      <p:sp>
        <p:nvSpPr>
          <p:cNvPr id="4" name="Content Placeholder"/>
          <p:cNvSpPr>
            <a:spLocks noGrp="1"/>
          </p:cNvSpPr>
          <p:nvPr>
            <p:ph sz="quarter" idx="14"/>
          </p:nvPr>
        </p:nvSpPr>
        <p:spPr>
          <a:xfrm>
            <a:off x="689710" y="1124743"/>
            <a:ext cx="10812583" cy="511254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" name="Copyright (for compat purpose)" hidden="1"/>
          <p:cNvSpPr txBox="1"/>
          <p:nvPr userDrawn="1">
            <p:custDataLst>
              <p:tags r:id="rId1"/>
            </p:custDataLst>
          </p:nvPr>
        </p:nvSpPr>
        <p:spPr>
          <a:xfrm>
            <a:off x="4500746" y="8937901"/>
            <a:ext cx="3722260" cy="112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3" b="0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3802262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048000"/>
            <a:ext cx="9956800" cy="8382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970617" y="2363789"/>
            <a:ext cx="8574616" cy="530225"/>
          </a:xfrm>
          <a:ln w="50800">
            <a:solidFill>
              <a:srgbClr val="FF0000"/>
            </a:solidFill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3733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740" y="1498601"/>
            <a:ext cx="1913515" cy="71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9099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nd"/>
          <p:cNvSpPr/>
          <p:nvPr>
            <p:custDataLst>
              <p:tags r:id="rId1"/>
            </p:custDataLst>
          </p:nvPr>
        </p:nvSpPr>
        <p:spPr>
          <a:xfrm>
            <a:off x="0" y="1712384"/>
            <a:ext cx="12192000" cy="1143000"/>
          </a:xfrm>
          <a:prstGeom prst="rect">
            <a:avLst/>
          </a:prstGeom>
          <a:solidFill>
            <a:srgbClr val="FF1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16000" y="2362201"/>
            <a:ext cx="9956800" cy="4191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056217" y="1831977"/>
            <a:ext cx="8574616" cy="530225"/>
          </a:xfrm>
          <a:ln w="50800">
            <a:noFill/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4267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10"/>
          </p:nvPr>
        </p:nvSpPr>
        <p:spPr>
          <a:xfrm>
            <a:off x="0" y="2854800"/>
            <a:ext cx="12192000" cy="4003200"/>
          </a:xfrm>
        </p:spPr>
        <p:txBody>
          <a:bodyPr/>
          <a:lstStyle/>
          <a:p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29" y="850741"/>
            <a:ext cx="2002369" cy="74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8923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r">
              <a:defRPr sz="1067"/>
            </a:lvl1pPr>
          </a:lstStyle>
          <a:p>
            <a:pPr>
              <a:defRPr/>
            </a:pPr>
            <a:fld id="{DBD874DD-6B4C-4304-A46D-63A1EC9785B4}" type="datetime1">
              <a:rPr lang="en-GB" smtClean="0"/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88810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/>
            </a:lvl1pPr>
            <a:lvl2pPr marL="609585" indent="0">
              <a:buNone/>
              <a:defRPr sz="2400"/>
            </a:lvl2pPr>
            <a:lvl3pPr marL="1219170" indent="0">
              <a:buNone/>
              <a:defRPr sz="2133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  <a:lvl6pPr marL="3047924" indent="0">
              <a:buNone/>
              <a:defRPr sz="1867"/>
            </a:lvl6pPr>
            <a:lvl7pPr marL="3657509" indent="0">
              <a:buNone/>
              <a:defRPr sz="1867"/>
            </a:lvl7pPr>
            <a:lvl8pPr marL="4267093" indent="0">
              <a:buNone/>
              <a:defRPr sz="1867"/>
            </a:lvl8pPr>
            <a:lvl9pPr marL="4876678" indent="0">
              <a:buNone/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F3ED1AD-C20F-41E2-8006-1DE1763FA6D4}" type="datetime1">
              <a:rPr lang="en-GB" smtClean="0"/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22717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5220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29453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686574-B733-43AB-921A-036081D89ADC}" type="datetime1">
              <a:rPr lang="en-GB" smtClean="0"/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67869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auto">
          <a:xfrm>
            <a:off x="5482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63394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>
          <a:xfrm>
            <a:off x="30480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half" idx="12"/>
          </p:nvPr>
        </p:nvSpPr>
        <p:spPr>
          <a:xfrm>
            <a:off x="611632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half" idx="13"/>
          </p:nvPr>
        </p:nvSpPr>
        <p:spPr>
          <a:xfrm>
            <a:off x="586742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Content Placeholder 7"/>
          <p:cNvSpPr>
            <a:spLocks noGrp="1"/>
          </p:cNvSpPr>
          <p:nvPr>
            <p:ph sz="half" idx="14"/>
          </p:nvPr>
        </p:nvSpPr>
        <p:spPr>
          <a:xfrm>
            <a:off x="6358891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5"/>
          <p:cNvSpPr>
            <a:spLocks noGrp="1"/>
          </p:cNvSpPr>
          <p:nvPr>
            <p:ph type="body" idx="1"/>
          </p:nvPr>
        </p:nvSpPr>
        <p:spPr>
          <a:xfrm>
            <a:off x="30480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idx="15"/>
          </p:nvPr>
        </p:nvSpPr>
        <p:spPr>
          <a:xfrm>
            <a:off x="611632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Rectangle 23"/>
          <p:cNvSpPr>
            <a:spLocks noGrp="1" noChangeArrowheads="1"/>
          </p:cNvSpPr>
          <p:nvPr>
            <p:ph type="dt" sz="half" idx="16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9ADCC54-8AE9-4E1A-A7BF-40AD52427C35}" type="datetime1">
              <a:rPr lang="en-GB" smtClean="0"/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11657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74637"/>
            <a:ext cx="11582400" cy="6397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535113"/>
            <a:ext cx="548640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2174875"/>
            <a:ext cx="5486400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4401" y="1535113"/>
            <a:ext cx="5892799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4401" y="2174875"/>
            <a:ext cx="5892799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9D2D3E8-0CC8-460B-9ABA-00A98E793133}" type="datetime1">
              <a:rPr lang="en-GB" smtClean="0"/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44775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D5E74B5-31CF-4825-9E51-4A3C23E71608}" type="datetime1">
              <a:rPr lang="en-GB" smtClean="0"/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100008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FEAC913-BC33-4DE8-A94D-F949FDC30929}" type="datetime1">
              <a:rPr lang="en-GB" smtClean="0"/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0848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0C318D-4E5D-4084-8541-C1CE69AC95A5}" type="datetime1">
              <a:rPr lang="en-GB" smtClean="0"/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80078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1E0706-C575-4289-97EF-CB77FB9118D7}" type="datetime1">
              <a:rPr lang="en-GB" smtClean="0"/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982001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60330EB-1CAE-4C08-906E-99DCBA72717F}" type="datetime1">
              <a:rPr lang="en-GB" smtClean="0"/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83000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25000" y="414339"/>
            <a:ext cx="2525184" cy="5408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5219" y="414339"/>
            <a:ext cx="7376583" cy="5408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9BDC3-1347-4689-B4EB-228B7A1E2042}" type="datetime1">
              <a:rPr lang="en-GB" smtClean="0"/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16463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3490AD-049D-A244-B0E8-962BF14DA9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1999" cy="685799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A4E631E-1EDB-524A-B6ED-0FAF4824D902}"/>
              </a:ext>
            </a:extLst>
          </p:cNvPr>
          <p:cNvSpPr/>
          <p:nvPr userDrawn="1"/>
        </p:nvSpPr>
        <p:spPr>
          <a:xfrm>
            <a:off x="0" y="0"/>
            <a:ext cx="1842247" cy="15525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3276B3A-1F0B-A746-899C-F8C2E8801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850" y="457200"/>
            <a:ext cx="6812530" cy="548878"/>
          </a:xfrm>
        </p:spPr>
        <p:txBody>
          <a:bodyPr/>
          <a:lstStyle>
            <a:lvl1pPr>
              <a:defRPr>
                <a:solidFill>
                  <a:srgbClr val="0056A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671EB4A9-77AF-DF4A-91E3-0ED32745880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0000" y="1371600"/>
            <a:ext cx="6756150" cy="8572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Lorem ipsum </a:t>
            </a:r>
            <a:r>
              <a:rPr lang="en-US" err="1"/>
              <a:t>dolors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5AC9418-60D2-6E4D-B250-DA39F17941C5}"/>
              </a:ext>
            </a:extLst>
          </p:cNvPr>
          <p:cNvSpPr/>
          <p:nvPr userDrawn="1"/>
        </p:nvSpPr>
        <p:spPr>
          <a:xfrm>
            <a:off x="11525250" y="6286500"/>
            <a:ext cx="457200" cy="457200"/>
          </a:xfrm>
          <a:prstGeom prst="ellipse">
            <a:avLst/>
          </a:prstGeom>
          <a:noFill/>
          <a:ln w="19050">
            <a:solidFill>
              <a:srgbClr val="F68B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Holder 5">
            <a:extLst>
              <a:ext uri="{FF2B5EF4-FFF2-40B4-BE49-F238E27FC236}">
                <a16:creationId xmlns:a16="http://schemas.microsoft.com/office/drawing/2014/main" id="{BF0C27AE-3C77-3946-A3FB-FAF0158F5AC5}"/>
              </a:ext>
            </a:extLst>
          </p:cNvPr>
          <p:cNvSpPr txBox="1">
            <a:spLocks/>
          </p:cNvSpPr>
          <p:nvPr userDrawn="1"/>
        </p:nvSpPr>
        <p:spPr>
          <a:xfrm>
            <a:off x="11438516" y="6343650"/>
            <a:ext cx="654404" cy="342900"/>
          </a:xfrm>
          <a:prstGeom prst="rect">
            <a:avLst/>
          </a:prstGeom>
        </p:spPr>
        <p:txBody>
          <a:bodyPr lIns="0" tIns="0" rIns="0" bIns="0" anchor="ctr"/>
          <a:lstStyle>
            <a:defPPr>
              <a:defRPr lang="en-US"/>
            </a:defPPr>
            <a:lvl1pPr marL="0" algn="r" defTabSz="914400" rtl="0" eaLnBrk="1" latinLnBrk="0" hangingPunct="1">
              <a:defRPr sz="2000" b="1" kern="1200">
                <a:solidFill>
                  <a:srgbClr val="001B44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en-GB" sz="1050" smtClean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GB" sz="105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6CCFDB-874E-F54A-A1BB-7984383E6FC2}"/>
              </a:ext>
            </a:extLst>
          </p:cNvPr>
          <p:cNvGrpSpPr/>
          <p:nvPr userDrawn="1"/>
        </p:nvGrpSpPr>
        <p:grpSpPr>
          <a:xfrm>
            <a:off x="7581901" y="1028701"/>
            <a:ext cx="4612877" cy="3814934"/>
            <a:chOff x="10032998" y="1581147"/>
            <a:chExt cx="6225676" cy="5010153"/>
          </a:xfrm>
        </p:grpSpPr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9B0CB6AE-DB9B-E645-9299-4DF9BC6D5577}"/>
                </a:ext>
              </a:extLst>
            </p:cNvPr>
            <p:cNvPicPr>
              <a:picLocks noChangeAspect="1"/>
            </p:cNvPicPr>
            <p:nvPr userDrawn="1"/>
          </p:nvPicPr>
          <p:blipFill>
            <a:blip/>
            <a:stretch>
              <a:fillRect/>
            </a:stretch>
          </p:blipFill>
          <p:spPr>
            <a:xfrm>
              <a:off x="10109200" y="1661003"/>
              <a:ext cx="6149474" cy="4930297"/>
            </a:xfrm>
            <a:prstGeom prst="rect">
              <a:avLst/>
            </a:prstGeom>
          </p:spPr>
        </p:pic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6EE0C21-20EA-904E-8B79-325B55FC9C38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032998" y="1581147"/>
              <a:ext cx="218748" cy="212755"/>
            </a:xfrm>
            <a:prstGeom prst="ellipse">
              <a:avLst/>
            </a:prstGeom>
            <a:solidFill>
              <a:srgbClr val="0056A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350"/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4A9E719-6995-42D8-B7C5-CF6B0386CD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H="1" flipV="1">
            <a:off x="0" y="5734707"/>
            <a:ext cx="1123293" cy="1123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54884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ayou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9ABFA2-D0C3-8642-AE74-0B5672AEB43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object 19">
            <a:extLst>
              <a:ext uri="{FF2B5EF4-FFF2-40B4-BE49-F238E27FC236}">
                <a16:creationId xmlns:a16="http://schemas.microsoft.com/office/drawing/2014/main" id="{A68A33D3-A39D-714C-BBA1-B97C508A10B0}"/>
              </a:ext>
            </a:extLst>
          </p:cNvPr>
          <p:cNvSpPr txBox="1"/>
          <p:nvPr/>
        </p:nvSpPr>
        <p:spPr>
          <a:xfrm>
            <a:off x="540000" y="6374701"/>
            <a:ext cx="3043238" cy="148117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lnSpc>
                <a:spcPct val="100000"/>
              </a:lnSpc>
              <a:spcBef>
                <a:spcPts val="75"/>
              </a:spcBef>
            </a:pPr>
            <a:r>
              <a:rPr sz="900">
                <a:solidFill>
                  <a:srgbClr val="A3A3A3"/>
                </a:solidFill>
                <a:latin typeface="Arial"/>
                <a:cs typeface="Arial"/>
              </a:rPr>
              <a:t>© 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201</a:t>
            </a:r>
            <a:r>
              <a:rPr lang="en-US" sz="900" spc="-4">
                <a:solidFill>
                  <a:srgbClr val="A3A3A3"/>
                </a:solidFill>
                <a:latin typeface="Arial"/>
                <a:cs typeface="Arial"/>
              </a:rPr>
              <a:t>9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 NIIT </a:t>
            </a:r>
            <a:r>
              <a:rPr sz="900" spc="-15">
                <a:solidFill>
                  <a:srgbClr val="A3A3A3"/>
                </a:solidFill>
                <a:latin typeface="Arial"/>
                <a:cs typeface="Arial"/>
              </a:rPr>
              <a:t>Technologies </a:t>
            </a:r>
            <a:r>
              <a:rPr sz="900">
                <a:solidFill>
                  <a:srgbClr val="A3A3A3"/>
                </a:solidFill>
                <a:latin typeface="Arial"/>
                <a:cs typeface="Arial"/>
              </a:rPr>
              <a:t>| 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www.niit-tech.com </a:t>
            </a:r>
            <a:r>
              <a:rPr sz="900">
                <a:solidFill>
                  <a:srgbClr val="A3A3A3"/>
                </a:solidFill>
                <a:latin typeface="Arial"/>
                <a:cs typeface="Arial"/>
              </a:rPr>
              <a:t>|</a:t>
            </a:r>
            <a:r>
              <a:rPr sz="900" spc="-34">
                <a:solidFill>
                  <a:srgbClr val="A3A3A3"/>
                </a:solidFill>
                <a:latin typeface="Arial"/>
                <a:cs typeface="Arial"/>
              </a:rPr>
              <a:t> 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Confidential</a:t>
            </a:r>
            <a:endParaRPr sz="900">
              <a:latin typeface="Arial"/>
              <a:cs typeface="Arial"/>
            </a:endParaRPr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A8F91E6D-ED65-FC41-A446-127597D7469F}"/>
              </a:ext>
            </a:extLst>
          </p:cNvPr>
          <p:cNvSpPr/>
          <p:nvPr/>
        </p:nvSpPr>
        <p:spPr>
          <a:xfrm>
            <a:off x="11144620" y="6076140"/>
            <a:ext cx="779621" cy="779621"/>
          </a:xfrm>
          <a:custGeom>
            <a:avLst/>
            <a:gdLst/>
            <a:ahLst/>
            <a:cxnLst/>
            <a:rect l="l" t="t" r="r" b="b"/>
            <a:pathLst>
              <a:path w="1039494" h="1039495">
                <a:moveTo>
                  <a:pt x="1039291" y="0"/>
                </a:moveTo>
                <a:lnTo>
                  <a:pt x="0" y="1039304"/>
                </a:lnTo>
                <a:lnTo>
                  <a:pt x="1039291" y="1039304"/>
                </a:lnTo>
                <a:lnTo>
                  <a:pt x="1039291" y="0"/>
                </a:lnTo>
                <a:close/>
              </a:path>
            </a:pathLst>
          </a:custGeom>
          <a:solidFill>
            <a:srgbClr val="EAEAEA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sp>
        <p:nvSpPr>
          <p:cNvPr id="12" name="Holder 5">
            <a:extLst>
              <a:ext uri="{FF2B5EF4-FFF2-40B4-BE49-F238E27FC236}">
                <a16:creationId xmlns:a16="http://schemas.microsoft.com/office/drawing/2014/main" id="{37D768D8-7494-9E44-82EC-2CA4A6306CF0}"/>
              </a:ext>
            </a:extLst>
          </p:cNvPr>
          <p:cNvSpPr txBox="1">
            <a:spLocks/>
          </p:cNvSpPr>
          <p:nvPr/>
        </p:nvSpPr>
        <p:spPr>
          <a:xfrm>
            <a:off x="11125200" y="6498772"/>
            <a:ext cx="689610" cy="3429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defRPr sz="2000" b="1" kern="1200">
                <a:solidFill>
                  <a:srgbClr val="001B44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n-GB" sz="1500" smtClean="0"/>
              <a:pPr/>
              <a:t>‹#›</a:t>
            </a:fld>
            <a:endParaRPr lang="en-GB" sz="1500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AAE001B2-7A3B-C749-A678-933E4EF5D0B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0001" y="540000"/>
            <a:ext cx="5556000" cy="431550"/>
          </a:xfrm>
          <a:prstGeom prst="rect">
            <a:avLst/>
          </a:prstGeom>
        </p:spPr>
        <p:txBody>
          <a:bodyPr lIns="0" tIns="0" rIns="0" bIns="0"/>
          <a:lstStyle>
            <a:lvl1pPr>
              <a:defRPr sz="3150" b="1">
                <a:solidFill>
                  <a:srgbClr val="09225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BCD6F665-C842-2C4B-89CF-9ACF2BCEF81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0000" y="1107000"/>
            <a:ext cx="5265000" cy="199800"/>
          </a:xfrm>
          <a:prstGeom prst="rect">
            <a:avLst/>
          </a:prstGeo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0" anchor="ctr" anchorCtr="0"/>
          <a:lstStyle>
            <a:lvl1pPr>
              <a:defRPr>
                <a:noFill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246874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05A32-BF2B-417A-8661-C8EC46C9F3FD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4122E-A4C0-42AA-8363-C0F0C491C0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272894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048000"/>
            <a:ext cx="9956800" cy="8382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970617" y="2363789"/>
            <a:ext cx="8574616" cy="530225"/>
          </a:xfrm>
          <a:ln w="50800">
            <a:solidFill>
              <a:srgbClr val="FF0000"/>
            </a:solidFill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3733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740" y="1498601"/>
            <a:ext cx="1913515" cy="71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4852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nd"/>
          <p:cNvSpPr/>
          <p:nvPr>
            <p:custDataLst>
              <p:tags r:id="rId1"/>
            </p:custDataLst>
          </p:nvPr>
        </p:nvSpPr>
        <p:spPr>
          <a:xfrm>
            <a:off x="0" y="1712384"/>
            <a:ext cx="12192000" cy="1143000"/>
          </a:xfrm>
          <a:prstGeom prst="rect">
            <a:avLst/>
          </a:prstGeom>
          <a:solidFill>
            <a:srgbClr val="FF1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16000" y="2362201"/>
            <a:ext cx="9956800" cy="4191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056217" y="1831977"/>
            <a:ext cx="8574616" cy="530225"/>
          </a:xfrm>
          <a:ln w="50800">
            <a:noFill/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4267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10"/>
          </p:nvPr>
        </p:nvSpPr>
        <p:spPr>
          <a:xfrm>
            <a:off x="0" y="2854800"/>
            <a:ext cx="12192000" cy="4003200"/>
          </a:xfrm>
        </p:spPr>
        <p:txBody>
          <a:bodyPr/>
          <a:lstStyle/>
          <a:p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29" y="850741"/>
            <a:ext cx="2002369" cy="74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9135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1" y="974036"/>
            <a:ext cx="11605684" cy="4840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r">
              <a:defRPr sz="1067"/>
            </a:lvl1pPr>
          </a:lstStyle>
          <a:p>
            <a:pPr>
              <a:defRPr/>
            </a:pPr>
            <a:fld id="{38228666-3C56-4E2A-BB13-C98D022F6BF6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21062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/>
            </a:lvl1pPr>
            <a:lvl2pPr marL="609585" indent="0">
              <a:buNone/>
              <a:defRPr sz="2400"/>
            </a:lvl2pPr>
            <a:lvl3pPr marL="1219170" indent="0">
              <a:buNone/>
              <a:defRPr sz="2133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  <a:lvl6pPr marL="3047924" indent="0">
              <a:buNone/>
              <a:defRPr sz="1867"/>
            </a:lvl6pPr>
            <a:lvl7pPr marL="3657509" indent="0">
              <a:buNone/>
              <a:defRPr sz="1867"/>
            </a:lvl7pPr>
            <a:lvl8pPr marL="4267093" indent="0">
              <a:buNone/>
              <a:defRPr sz="1867"/>
            </a:lvl8pPr>
            <a:lvl9pPr marL="4876678" indent="0">
              <a:buNone/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D74918-9E7F-4C6F-BA9C-583D707EC1E7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968232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5220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29453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DCF223-6F06-4E59-BDF4-E4CB962EB0F5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8079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auto">
          <a:xfrm>
            <a:off x="5482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63394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>
          <a:xfrm>
            <a:off x="30480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half" idx="12"/>
          </p:nvPr>
        </p:nvSpPr>
        <p:spPr>
          <a:xfrm>
            <a:off x="611632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half" idx="13"/>
          </p:nvPr>
        </p:nvSpPr>
        <p:spPr>
          <a:xfrm>
            <a:off x="586742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Content Placeholder 7"/>
          <p:cNvSpPr>
            <a:spLocks noGrp="1"/>
          </p:cNvSpPr>
          <p:nvPr>
            <p:ph sz="half" idx="14"/>
          </p:nvPr>
        </p:nvSpPr>
        <p:spPr>
          <a:xfrm>
            <a:off x="6358891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5"/>
          <p:cNvSpPr>
            <a:spLocks noGrp="1"/>
          </p:cNvSpPr>
          <p:nvPr>
            <p:ph type="body" idx="1"/>
          </p:nvPr>
        </p:nvSpPr>
        <p:spPr>
          <a:xfrm>
            <a:off x="30480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idx="15"/>
          </p:nvPr>
        </p:nvSpPr>
        <p:spPr>
          <a:xfrm>
            <a:off x="611632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Rectangle 23"/>
          <p:cNvSpPr>
            <a:spLocks noGrp="1" noChangeArrowheads="1"/>
          </p:cNvSpPr>
          <p:nvPr>
            <p:ph type="dt" sz="half" idx="16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DF2624-E17F-4AC4-80A8-C12F171F3F83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99051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74637"/>
            <a:ext cx="11582400" cy="6397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535113"/>
            <a:ext cx="548640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2174875"/>
            <a:ext cx="5486400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4401" y="1535113"/>
            <a:ext cx="5892799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4401" y="2174875"/>
            <a:ext cx="5892799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F1A24E6-B949-4329-9721-7C594DD917F6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63831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83A1A8-2EEA-44A7-9F46-0D1E916874C4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93157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C5573D-2BBF-4A4A-A6D0-442E7FBEBCE5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94082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C81AD6-F575-4C74-B0AA-39D1A87B3CC0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37041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4494FD-A092-4AE3-ABAE-9A01AB120569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240686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C3282E-8445-40EC-87D3-08CF1F773B9C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30039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25000" y="414339"/>
            <a:ext cx="2525184" cy="5408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5219" y="414339"/>
            <a:ext cx="7376583" cy="5408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8F1C98A-B36C-4EFB-8D10-15805FE22FE4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2823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8.xml"/><Relationship Id="rId18" Type="http://schemas.openxmlformats.org/officeDocument/2006/relationships/image" Target="../media/image4.jpeg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17" Type="http://schemas.openxmlformats.org/officeDocument/2006/relationships/theme" Target="../theme/theme3.xml"/><Relationship Id="rId2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41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9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9.xml"/><Relationship Id="rId13" Type="http://schemas.openxmlformats.org/officeDocument/2006/relationships/slideLayout" Target="../slideLayouts/slideLayout54.xml"/><Relationship Id="rId3" Type="http://schemas.openxmlformats.org/officeDocument/2006/relationships/slideLayout" Target="../slideLayouts/slideLayout44.xml"/><Relationship Id="rId7" Type="http://schemas.openxmlformats.org/officeDocument/2006/relationships/slideLayout" Target="../slideLayouts/slideLayout48.xml"/><Relationship Id="rId12" Type="http://schemas.openxmlformats.org/officeDocument/2006/relationships/slideLayout" Target="../slideLayouts/slideLayout53.xml"/><Relationship Id="rId2" Type="http://schemas.openxmlformats.org/officeDocument/2006/relationships/slideLayout" Target="../slideLayouts/slideLayout43.xml"/><Relationship Id="rId1" Type="http://schemas.openxmlformats.org/officeDocument/2006/relationships/slideLayout" Target="../slideLayouts/slideLayout42.xml"/><Relationship Id="rId6" Type="http://schemas.openxmlformats.org/officeDocument/2006/relationships/slideLayout" Target="../slideLayouts/slideLayout47.xml"/><Relationship Id="rId11" Type="http://schemas.openxmlformats.org/officeDocument/2006/relationships/slideLayout" Target="../slideLayouts/slideLayout52.xml"/><Relationship Id="rId5" Type="http://schemas.openxmlformats.org/officeDocument/2006/relationships/slideLayout" Target="../slideLayouts/slideLayout46.xml"/><Relationship Id="rId15" Type="http://schemas.openxmlformats.org/officeDocument/2006/relationships/image" Target="../media/image11.jpeg"/><Relationship Id="rId10" Type="http://schemas.openxmlformats.org/officeDocument/2006/relationships/slideLayout" Target="../slideLayouts/slideLayout51.xml"/><Relationship Id="rId4" Type="http://schemas.openxmlformats.org/officeDocument/2006/relationships/slideLayout" Target="../slideLayouts/slideLayout45.xml"/><Relationship Id="rId9" Type="http://schemas.openxmlformats.org/officeDocument/2006/relationships/slideLayout" Target="../slideLayouts/slideLayout50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A38482-F755-D09C-E7F5-E2F9CFA12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19729F-EFA3-F9AF-EC04-915030C51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AD649-E5FA-868F-0290-11F6E46D31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122F82-77EF-49EF-AB74-C27C68E8D99E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0EA0E-41DD-BD98-8C91-54D8E958A1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25830-CE1F-F287-7F07-364469FC41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906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6917" y="414867"/>
            <a:ext cx="11580283" cy="499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1" y="1049868"/>
            <a:ext cx="11605684" cy="4764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9" name="Rectangle 6"/>
          <p:cNvSpPr>
            <a:spLocks noChangeArrowheads="1"/>
          </p:cNvSpPr>
          <p:nvPr/>
        </p:nvSpPr>
        <p:spPr bwMode="auto">
          <a:xfrm>
            <a:off x="11612034" y="6525684"/>
            <a:ext cx="37676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tIns="48000" rIns="48000" bIns="48000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lnSpc>
                <a:spcPct val="90000"/>
              </a:lnSpc>
              <a:defRPr/>
            </a:pPr>
            <a:fld id="{FBE30C1F-7C2B-495B-90CB-5CF22CF24970}" type="slidenum">
              <a:rPr lang="de-DE" altLang="en-US" sz="1200" b="1" smtClean="0">
                <a:solidFill>
                  <a:srgbClr val="7F7F7F"/>
                </a:solidFill>
              </a:rPr>
              <a:pPr algn="r">
                <a:lnSpc>
                  <a:spcPct val="90000"/>
                </a:lnSpc>
                <a:defRPr/>
              </a:pPr>
              <a:t>‹#›</a:t>
            </a:fld>
            <a:endParaRPr lang="de-DE" altLang="en-US" sz="1200">
              <a:solidFill>
                <a:srgbClr val="7F7F7F"/>
              </a:solidFill>
            </a:endParaRP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042401" y="6553201"/>
            <a:ext cx="2349500" cy="25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 sz="1067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87B25612-2E9F-4F70-97E3-E1680A464FCB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  <p:sp>
        <p:nvSpPr>
          <p:cNvPr id="1035" name="Text Box 29"/>
          <p:cNvSpPr txBox="1">
            <a:spLocks noChangeArrowheads="1"/>
          </p:cNvSpPr>
          <p:nvPr/>
        </p:nvSpPr>
        <p:spPr bwMode="auto">
          <a:xfrm>
            <a:off x="1830917" y="6548754"/>
            <a:ext cx="7313083" cy="256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sz="1067">
                <a:cs typeface="+mn-cs"/>
              </a:rPr>
              <a:t>INSEE</a:t>
            </a:r>
            <a:r>
              <a:rPr lang="en-US" sz="1067" baseline="0">
                <a:cs typeface="+mn-cs"/>
              </a:rPr>
              <a:t> Digital </a:t>
            </a:r>
            <a:r>
              <a:rPr lang="en-US" sz="1067">
                <a:cs typeface="+mn-cs"/>
              </a:rPr>
              <a:t>Company Limited © | All Rights Reserved.</a:t>
            </a:r>
          </a:p>
        </p:txBody>
      </p:sp>
      <p:cxnSp>
        <p:nvCxnSpPr>
          <p:cNvPr id="3" name="Straight Connector 2"/>
          <p:cNvCxnSpPr/>
          <p:nvPr/>
        </p:nvCxnSpPr>
        <p:spPr bwMode="auto">
          <a:xfrm>
            <a:off x="304800" y="914400"/>
            <a:ext cx="11514667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618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01C1D43F-A3FD-485D-A4F3-62BE34597C0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220"/>
          <a:stretch/>
        </p:blipFill>
        <p:spPr>
          <a:xfrm>
            <a:off x="156544" y="6233020"/>
            <a:ext cx="1708960" cy="55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443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87341" indent="-387341" algn="l" rtl="0" eaLnBrk="0" fontAlgn="base" hangingPunct="0">
        <a:spcBef>
          <a:spcPct val="20000"/>
        </a:spcBef>
        <a:spcAft>
          <a:spcPct val="30000"/>
        </a:spcAft>
        <a:buClr>
          <a:schemeClr val="accent1"/>
        </a:buClr>
        <a:buFont typeface="Times" panose="02020603050405020304" pitchFamily="18" charset="0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61981" indent="-372524" algn="l" rtl="0" eaLnBrk="0" fontAlgn="base" hangingPunct="0">
        <a:spcBef>
          <a:spcPct val="0"/>
        </a:spcBef>
        <a:spcAft>
          <a:spcPct val="0"/>
        </a:spcAft>
        <a:buClr>
          <a:schemeClr val="accent1"/>
        </a:buClr>
        <a:buSzPct val="60000"/>
        <a:buFont typeface="Webdings" panose="05030102010509060703" pitchFamily="18" charset="2"/>
        <a:buChar char="4"/>
        <a:defRPr sz="2933">
          <a:solidFill>
            <a:schemeClr val="tx1"/>
          </a:solidFill>
          <a:latin typeface="+mn-lt"/>
        </a:defRPr>
      </a:lvl2pPr>
      <a:lvl3pPr marL="1064657" indent="-300559" algn="l" rtl="0" eaLnBrk="0" fontAlgn="base" hangingPunct="0">
        <a:spcBef>
          <a:spcPct val="30000"/>
        </a:spcBef>
        <a:spcAft>
          <a:spcPct val="0"/>
        </a:spcAft>
        <a:buClr>
          <a:schemeClr val="accent1"/>
        </a:buClr>
        <a:buChar char="-"/>
        <a:defRPr sz="2667">
          <a:solidFill>
            <a:schemeClr val="tx1"/>
          </a:solidFill>
          <a:latin typeface="+mn-lt"/>
        </a:defRPr>
      </a:lvl3pPr>
      <a:lvl4pPr marL="2387540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defRPr sz="2667">
          <a:solidFill>
            <a:schemeClr val="tx1"/>
          </a:solidFill>
          <a:latin typeface="+mn-lt"/>
        </a:defRPr>
      </a:lvl4pPr>
      <a:lvl5pPr marL="2946326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5pPr>
      <a:lvl6pPr marL="355591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6pPr>
      <a:lvl7pPr marL="4165496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7pPr>
      <a:lvl8pPr marL="477508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8pPr>
      <a:lvl9pPr marL="5384665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6917" y="414867"/>
            <a:ext cx="11580283" cy="499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1" y="1049868"/>
            <a:ext cx="11605684" cy="4764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9" name="Rectangle 6"/>
          <p:cNvSpPr>
            <a:spLocks noChangeArrowheads="1"/>
          </p:cNvSpPr>
          <p:nvPr/>
        </p:nvSpPr>
        <p:spPr bwMode="auto">
          <a:xfrm>
            <a:off x="11612034" y="6525684"/>
            <a:ext cx="37676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tIns="48000" rIns="48000" bIns="48000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lnSpc>
                <a:spcPct val="90000"/>
              </a:lnSpc>
              <a:defRPr/>
            </a:pPr>
            <a:fld id="{FBE30C1F-7C2B-495B-90CB-5CF22CF24970}" type="slidenum">
              <a:rPr lang="de-DE" altLang="en-US" sz="1200" b="1" smtClean="0">
                <a:solidFill>
                  <a:srgbClr val="7F7F7F"/>
                </a:solidFill>
              </a:rPr>
              <a:pPr algn="r">
                <a:lnSpc>
                  <a:spcPct val="90000"/>
                </a:lnSpc>
                <a:defRPr/>
              </a:pPr>
              <a:t>‹#›</a:t>
            </a:fld>
            <a:endParaRPr lang="de-DE" altLang="en-US" sz="1200">
              <a:solidFill>
                <a:srgbClr val="7F7F7F"/>
              </a:solidFill>
            </a:endParaRP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042401" y="6553201"/>
            <a:ext cx="2349500" cy="25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 sz="1067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B4A88E00-13E9-40A5-BD26-CBC47269ED91}" type="datetime1">
              <a:rPr lang="en-GB" smtClean="0"/>
              <a:t>04/03/2026</a:t>
            </a:fld>
            <a:endParaRPr lang="en-GB"/>
          </a:p>
        </p:txBody>
      </p:sp>
      <p:sp>
        <p:nvSpPr>
          <p:cNvPr id="1035" name="Text Box 29"/>
          <p:cNvSpPr txBox="1">
            <a:spLocks noChangeArrowheads="1"/>
          </p:cNvSpPr>
          <p:nvPr/>
        </p:nvSpPr>
        <p:spPr bwMode="auto">
          <a:xfrm>
            <a:off x="1830917" y="6548754"/>
            <a:ext cx="7313083" cy="256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sz="1067">
                <a:cs typeface="+mn-cs"/>
              </a:rPr>
              <a:t>INSEE</a:t>
            </a:r>
            <a:r>
              <a:rPr lang="en-US" sz="1067" baseline="0">
                <a:cs typeface="+mn-cs"/>
              </a:rPr>
              <a:t> Digital </a:t>
            </a:r>
            <a:r>
              <a:rPr lang="en-US" sz="1067">
                <a:cs typeface="+mn-cs"/>
              </a:rPr>
              <a:t>Company Limited © | All Rights Reserved.</a:t>
            </a:r>
          </a:p>
        </p:txBody>
      </p:sp>
      <p:cxnSp>
        <p:nvCxnSpPr>
          <p:cNvPr id="3" name="Straight Connector 2"/>
          <p:cNvCxnSpPr/>
          <p:nvPr/>
        </p:nvCxnSpPr>
        <p:spPr bwMode="auto">
          <a:xfrm>
            <a:off x="304800" y="914400"/>
            <a:ext cx="11514667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618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01C1D43F-A3FD-485D-A4F3-62BE34597C0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220"/>
          <a:stretch/>
        </p:blipFill>
        <p:spPr>
          <a:xfrm>
            <a:off x="156544" y="6233020"/>
            <a:ext cx="1708960" cy="55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321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  <p:sldLayoutId id="2147483690" r:id="rId15"/>
    <p:sldLayoutId id="2147483691" r:id="rId16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87341" indent="-387341" algn="l" rtl="0" eaLnBrk="0" fontAlgn="base" hangingPunct="0">
        <a:spcBef>
          <a:spcPct val="20000"/>
        </a:spcBef>
        <a:spcAft>
          <a:spcPct val="30000"/>
        </a:spcAft>
        <a:buClr>
          <a:schemeClr val="accent1"/>
        </a:buClr>
        <a:buFont typeface="Times" panose="02020603050405020304" pitchFamily="18" charset="0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61981" indent="-372524" algn="l" rtl="0" eaLnBrk="0" fontAlgn="base" hangingPunct="0">
        <a:spcBef>
          <a:spcPct val="0"/>
        </a:spcBef>
        <a:spcAft>
          <a:spcPct val="0"/>
        </a:spcAft>
        <a:buClr>
          <a:schemeClr val="accent1"/>
        </a:buClr>
        <a:buSzPct val="60000"/>
        <a:buFont typeface="Webdings" panose="05030102010509060703" pitchFamily="18" charset="2"/>
        <a:buChar char="4"/>
        <a:defRPr sz="2933">
          <a:solidFill>
            <a:schemeClr val="tx1"/>
          </a:solidFill>
          <a:latin typeface="+mn-lt"/>
        </a:defRPr>
      </a:lvl2pPr>
      <a:lvl3pPr marL="1064657" indent="-300559" algn="l" rtl="0" eaLnBrk="0" fontAlgn="base" hangingPunct="0">
        <a:spcBef>
          <a:spcPct val="30000"/>
        </a:spcBef>
        <a:spcAft>
          <a:spcPct val="0"/>
        </a:spcAft>
        <a:buClr>
          <a:schemeClr val="accent1"/>
        </a:buClr>
        <a:buChar char="-"/>
        <a:defRPr sz="2667">
          <a:solidFill>
            <a:schemeClr val="tx1"/>
          </a:solidFill>
          <a:latin typeface="+mn-lt"/>
        </a:defRPr>
      </a:lvl3pPr>
      <a:lvl4pPr marL="2387540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defRPr sz="2667">
          <a:solidFill>
            <a:schemeClr val="tx1"/>
          </a:solidFill>
          <a:latin typeface="+mn-lt"/>
        </a:defRPr>
      </a:lvl4pPr>
      <a:lvl5pPr marL="2946326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5pPr>
      <a:lvl6pPr marL="355591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6pPr>
      <a:lvl7pPr marL="4165496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7pPr>
      <a:lvl8pPr marL="477508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8pPr>
      <a:lvl9pPr marL="5384665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6917" y="156453"/>
            <a:ext cx="11580283" cy="499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1" y="1049868"/>
            <a:ext cx="11605684" cy="4764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9" name="Rectangle 6"/>
          <p:cNvSpPr>
            <a:spLocks noChangeArrowheads="1"/>
          </p:cNvSpPr>
          <p:nvPr/>
        </p:nvSpPr>
        <p:spPr bwMode="auto">
          <a:xfrm>
            <a:off x="11612034" y="6525684"/>
            <a:ext cx="37676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tIns="48000" rIns="48000" bIns="48000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lnSpc>
                <a:spcPct val="90000"/>
              </a:lnSpc>
              <a:defRPr/>
            </a:pPr>
            <a:fld id="{FBE30C1F-7C2B-495B-90CB-5CF22CF24970}" type="slidenum">
              <a:rPr lang="de-DE" altLang="en-US" sz="1200" b="1" smtClean="0">
                <a:solidFill>
                  <a:srgbClr val="7F7F7F"/>
                </a:solidFill>
              </a:rPr>
              <a:pPr algn="r">
                <a:lnSpc>
                  <a:spcPct val="90000"/>
                </a:lnSpc>
                <a:defRPr/>
              </a:pPr>
              <a:t>‹#›</a:t>
            </a:fld>
            <a:endParaRPr lang="de-DE" altLang="en-US" sz="1200">
              <a:solidFill>
                <a:srgbClr val="7F7F7F"/>
              </a:solidFill>
            </a:endParaRP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042401" y="6553201"/>
            <a:ext cx="2349500" cy="25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 sz="1067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87B25612-2E9F-4F70-97E3-E1680A464FCB}" type="datetime1">
              <a:rPr lang="en-GB"/>
              <a:pPr>
                <a:defRPr/>
              </a:pPr>
              <a:t>04/03/2026</a:t>
            </a:fld>
            <a:endParaRPr lang="en-GB"/>
          </a:p>
        </p:txBody>
      </p:sp>
      <p:sp>
        <p:nvSpPr>
          <p:cNvPr id="1035" name="Text Box 29"/>
          <p:cNvSpPr txBox="1">
            <a:spLocks noChangeArrowheads="1"/>
          </p:cNvSpPr>
          <p:nvPr/>
        </p:nvSpPr>
        <p:spPr bwMode="auto">
          <a:xfrm>
            <a:off x="1830917" y="6548754"/>
            <a:ext cx="7313083" cy="256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sz="1067">
                <a:cs typeface="+mn-cs"/>
              </a:rPr>
              <a:t>INSEE</a:t>
            </a:r>
            <a:r>
              <a:rPr lang="en-US" sz="1067" baseline="0">
                <a:cs typeface="+mn-cs"/>
              </a:rPr>
              <a:t> Digital </a:t>
            </a:r>
            <a:r>
              <a:rPr lang="en-US" sz="1067">
                <a:cs typeface="+mn-cs"/>
              </a:rPr>
              <a:t>Company Limited © | All Rights Reserved.</a:t>
            </a:r>
          </a:p>
        </p:txBody>
      </p:sp>
      <p:cxnSp>
        <p:nvCxnSpPr>
          <p:cNvPr id="3" name="Straight Connector 2"/>
          <p:cNvCxnSpPr/>
          <p:nvPr/>
        </p:nvCxnSpPr>
        <p:spPr bwMode="auto">
          <a:xfrm>
            <a:off x="304800" y="805071"/>
            <a:ext cx="11514667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618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01C1D43F-A3FD-485D-A4F3-62BE34597C0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220"/>
          <a:stretch/>
        </p:blipFill>
        <p:spPr>
          <a:xfrm>
            <a:off x="156544" y="6233020"/>
            <a:ext cx="1708960" cy="55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253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87341" indent="-387341" algn="l" rtl="0" eaLnBrk="0" fontAlgn="base" hangingPunct="0">
        <a:spcBef>
          <a:spcPct val="20000"/>
        </a:spcBef>
        <a:spcAft>
          <a:spcPct val="30000"/>
        </a:spcAft>
        <a:buClr>
          <a:schemeClr val="accent1"/>
        </a:buClr>
        <a:buFont typeface="Times" panose="02020603050405020304" pitchFamily="18" charset="0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61981" indent="-372524" algn="l" rtl="0" eaLnBrk="0" fontAlgn="base" hangingPunct="0">
        <a:spcBef>
          <a:spcPct val="0"/>
        </a:spcBef>
        <a:spcAft>
          <a:spcPct val="0"/>
        </a:spcAft>
        <a:buClr>
          <a:schemeClr val="accent1"/>
        </a:buClr>
        <a:buSzPct val="60000"/>
        <a:buFont typeface="Webdings" panose="05030102010509060703" pitchFamily="18" charset="2"/>
        <a:buChar char="4"/>
        <a:defRPr sz="2933">
          <a:solidFill>
            <a:schemeClr val="tx1"/>
          </a:solidFill>
          <a:latin typeface="+mn-lt"/>
        </a:defRPr>
      </a:lvl2pPr>
      <a:lvl3pPr marL="1064657" indent="-300559" algn="l" rtl="0" eaLnBrk="0" fontAlgn="base" hangingPunct="0">
        <a:spcBef>
          <a:spcPct val="30000"/>
        </a:spcBef>
        <a:spcAft>
          <a:spcPct val="0"/>
        </a:spcAft>
        <a:buClr>
          <a:schemeClr val="accent1"/>
        </a:buClr>
        <a:buChar char="-"/>
        <a:defRPr sz="2667">
          <a:solidFill>
            <a:schemeClr val="tx1"/>
          </a:solidFill>
          <a:latin typeface="+mn-lt"/>
        </a:defRPr>
      </a:lvl3pPr>
      <a:lvl4pPr marL="2387540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defRPr sz="2667">
          <a:solidFill>
            <a:schemeClr val="tx1"/>
          </a:solidFill>
          <a:latin typeface="+mn-lt"/>
        </a:defRPr>
      </a:lvl4pPr>
      <a:lvl5pPr marL="2946326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5pPr>
      <a:lvl6pPr marL="355591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6pPr>
      <a:lvl7pPr marL="4165496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7pPr>
      <a:lvl8pPr marL="477508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8pPr>
      <a:lvl9pPr marL="5384665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C90A8F5-958D-47BB-9F67-4AD15E4AC9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401" y="2969686"/>
            <a:ext cx="9042398" cy="530225"/>
          </a:xfrm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r>
              <a:rPr lang="en-US" sz="2800" b="1"/>
              <a:t>03-March-2026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9BA557-24CE-4F58-A654-339F5C314B60}"/>
              </a:ext>
            </a:extLst>
          </p:cNvPr>
          <p:cNvSpPr>
            <a:spLocks noGrp="1"/>
          </p:cNvSpPr>
          <p:nvPr>
            <p:ph type="ctrTitle" sz="quarter"/>
          </p:nvPr>
        </p:nvSpPr>
        <p:spPr>
          <a:xfrm>
            <a:off x="1275234" y="2312538"/>
            <a:ext cx="10263622" cy="530225"/>
          </a:xfrm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r>
              <a:rPr lang="en-US" sz="2800" b="1"/>
              <a:t>OMEGA Module Weekly Meeting – Azure Cloud (PaaS/SaaS)</a:t>
            </a:r>
          </a:p>
        </p:txBody>
      </p:sp>
    </p:spTree>
    <p:extLst>
      <p:ext uri="{BB962C8B-B14F-4D97-AF65-F5344CB8AC3E}">
        <p14:creationId xmlns:p14="http://schemas.microsoft.com/office/powerpoint/2010/main" val="1766131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31FDE-E378-6352-B7AF-A8D01E11B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FB2CBC-6AB0-8318-B60E-20CE22ED3F26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7336A8-A5EF-D1F3-76EC-B60ADFE265CF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Action Points Identified in Last Meeting</a:t>
            </a:r>
            <a:endParaRPr kumimoji="0" lang="en-US" sz="240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C8D8992-6762-235D-401A-C2F3ABB7B7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897143"/>
              </p:ext>
            </p:extLst>
          </p:nvPr>
        </p:nvGraphicFramePr>
        <p:xfrm>
          <a:off x="276802" y="712031"/>
          <a:ext cx="11528657" cy="5157313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686850">
                  <a:extLst>
                    <a:ext uri="{9D8B030D-6E8A-4147-A177-3AD203B41FA5}">
                      <a16:colId xmlns:a16="http://schemas.microsoft.com/office/drawing/2014/main" val="2140126612"/>
                    </a:ext>
                  </a:extLst>
                </a:gridCol>
                <a:gridCol w="393808">
                  <a:extLst>
                    <a:ext uri="{9D8B030D-6E8A-4147-A177-3AD203B41FA5}">
                      <a16:colId xmlns:a16="http://schemas.microsoft.com/office/drawing/2014/main" val="2300733620"/>
                    </a:ext>
                  </a:extLst>
                </a:gridCol>
                <a:gridCol w="4780845">
                  <a:extLst>
                    <a:ext uri="{9D8B030D-6E8A-4147-A177-3AD203B41FA5}">
                      <a16:colId xmlns:a16="http://schemas.microsoft.com/office/drawing/2014/main" val="3954385880"/>
                    </a:ext>
                  </a:extLst>
                </a:gridCol>
                <a:gridCol w="1424763">
                  <a:extLst>
                    <a:ext uri="{9D8B030D-6E8A-4147-A177-3AD203B41FA5}">
                      <a16:colId xmlns:a16="http://schemas.microsoft.com/office/drawing/2014/main" val="1329545892"/>
                    </a:ext>
                  </a:extLst>
                </a:gridCol>
                <a:gridCol w="1297172">
                  <a:extLst>
                    <a:ext uri="{9D8B030D-6E8A-4147-A177-3AD203B41FA5}">
                      <a16:colId xmlns:a16="http://schemas.microsoft.com/office/drawing/2014/main" val="4109087960"/>
                    </a:ext>
                  </a:extLst>
                </a:gridCol>
                <a:gridCol w="1297172">
                  <a:extLst>
                    <a:ext uri="{9D8B030D-6E8A-4147-A177-3AD203B41FA5}">
                      <a16:colId xmlns:a16="http://schemas.microsoft.com/office/drawing/2014/main" val="4060157840"/>
                    </a:ext>
                  </a:extLst>
                </a:gridCol>
                <a:gridCol w="1648047">
                  <a:extLst>
                    <a:ext uri="{9D8B030D-6E8A-4147-A177-3AD203B41FA5}">
                      <a16:colId xmlns:a16="http://schemas.microsoft.com/office/drawing/2014/main" val="3414963672"/>
                    </a:ext>
                  </a:extLst>
                </a:gridCol>
              </a:tblGrid>
              <a:tr h="6183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No.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Action Points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Raised Date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Target Date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6256086"/>
                  </a:ext>
                </a:extLst>
              </a:tr>
              <a:tr h="75044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4" marR="9524" marT="9524" anchor="ctr"/>
                </a:tc>
                <a:tc gridSpan="2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Modification of Pricing Model of VMs for </a:t>
                      </a:r>
                      <a:r>
                        <a:rPr lang="en-US" sz="12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Coforge</a:t>
                      </a: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Managed Application.</a:t>
                      </a:r>
                    </a:p>
                  </a:txBody>
                  <a:tcPr marL="9524" marR="9524" marT="9524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16-06-2025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On-Hold</a:t>
                      </a:r>
                    </a:p>
                  </a:txBody>
                  <a:tcPr marL="9524" marR="9524" marT="9524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TBC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extLst>
                  <a:ext uri="{0D108BD9-81ED-4DB2-BD59-A6C34878D82A}">
                    <a16:rowId xmlns:a16="http://schemas.microsoft.com/office/drawing/2014/main" val="836669159"/>
                  </a:ext>
                </a:extLst>
              </a:tr>
              <a:tr h="75044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 gridSpan="2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 cost utilization and unused resource clean up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07-01-2026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Open</a:t>
                      </a:r>
                    </a:p>
                  </a:txBody>
                  <a:tcPr marL="9524" marR="9524" marT="9524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TBC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Team has </a:t>
                      </a: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removed the STE snapshots.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extLst>
                  <a:ext uri="{0D108BD9-81ED-4DB2-BD59-A6C34878D82A}">
                    <a16:rowId xmlns:a16="http://schemas.microsoft.com/office/drawing/2014/main" val="3287524664"/>
                  </a:ext>
                </a:extLst>
              </a:tr>
              <a:tr h="75044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2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2.1</a:t>
                      </a:r>
                    </a:p>
                  </a:txBody>
                  <a:tcPr marL="9524" marR="9524" marT="9524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Removal of STE snapshots</a:t>
                      </a:r>
                    </a:p>
                  </a:txBody>
                  <a:tcPr marL="9524" marR="9524" marT="952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20-02-2026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Completed</a:t>
                      </a:r>
                      <a:endParaRPr lang="en-US" sz="12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23-02-2026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extLst>
                  <a:ext uri="{0D108BD9-81ED-4DB2-BD59-A6C34878D82A}">
                    <a16:rowId xmlns:a16="http://schemas.microsoft.com/office/drawing/2014/main" val="3045360100"/>
                  </a:ext>
                </a:extLst>
              </a:tr>
              <a:tr h="75044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2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2.2</a:t>
                      </a:r>
                    </a:p>
                  </a:txBody>
                  <a:tcPr marL="9524" marR="9524" marT="9524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Removal of STE Disks</a:t>
                      </a:r>
                    </a:p>
                  </a:txBody>
                  <a:tcPr marL="9524" marR="9524" marT="952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Pending</a:t>
                      </a:r>
                    </a:p>
                  </a:txBody>
                  <a:tcPr marL="9524" marR="9524" marT="9524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Waiting for App. team </a:t>
                      </a: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confirmation.</a:t>
                      </a:r>
                    </a:p>
                  </a:txBody>
                  <a:tcPr marL="9524" marR="9524" marT="9524" anchor="ctr"/>
                </a:tc>
                <a:extLst>
                  <a:ext uri="{0D108BD9-81ED-4DB2-BD59-A6C34878D82A}">
                    <a16:rowId xmlns:a16="http://schemas.microsoft.com/office/drawing/2014/main" val="2654937195"/>
                  </a:ext>
                </a:extLst>
              </a:tr>
              <a:tr h="75044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2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2.3</a:t>
                      </a:r>
                    </a:p>
                  </a:txBody>
                  <a:tcPr marL="9524" marR="9524" marT="9524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Removal of Storage Account logs</a:t>
                      </a:r>
                    </a:p>
                  </a:txBody>
                  <a:tcPr marL="9524" marR="9524" marT="952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Pending</a:t>
                      </a:r>
                    </a:p>
                  </a:txBody>
                  <a:tcPr marL="9524" marR="9524" marT="9524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DBA team confirmed the logs are not from their services; awaiting App team confirmation.</a:t>
                      </a:r>
                      <a:endParaRPr lang="en-US" sz="1200" b="0" i="0" u="none" strike="noStrike" noProof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extLst>
                  <a:ext uri="{0D108BD9-81ED-4DB2-BD59-A6C34878D82A}">
                    <a16:rowId xmlns:a16="http://schemas.microsoft.com/office/drawing/2014/main" val="810010466"/>
                  </a:ext>
                </a:extLst>
              </a:tr>
              <a:tr h="75044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 gridSpan="2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2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VPN Gateway Public IP SKU retirement</a:t>
                      </a:r>
                      <a:endParaRPr lang="en-US" sz="12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noProof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25-02-2026</a:t>
                      </a:r>
                      <a:endParaRPr lang="en-US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Open</a:t>
                      </a:r>
                      <a:endParaRPr lang="en-US" sz="12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TBC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</a:p>
                  </a:txBody>
                  <a:tcPr marL="9524" marR="9524" marT="9524" anchor="ctr"/>
                </a:tc>
                <a:extLst>
                  <a:ext uri="{0D108BD9-81ED-4DB2-BD59-A6C34878D82A}">
                    <a16:rowId xmlns:a16="http://schemas.microsoft.com/office/drawing/2014/main" val="3325713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9538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AB981-4410-88BA-32D4-558444C79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DEE6DA-C25A-4FFF-7181-47931EBA7F52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83280D-1188-3689-8457-FCF3A9EF3E9E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Azure Platform Monitoring and Health Check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A6689B8-A5DD-CBF4-B121-0377877505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FBBEAB-9A73-6B55-D26F-C2027B5B21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2341889"/>
              </p:ext>
            </p:extLst>
          </p:nvPr>
        </p:nvGraphicFramePr>
        <p:xfrm>
          <a:off x="239483" y="674909"/>
          <a:ext cx="11604174" cy="5503642"/>
        </p:xfrm>
        <a:graphic>
          <a:graphicData uri="http://schemas.openxmlformats.org/drawingml/2006/table">
            <a:tbl>
              <a:tblPr/>
              <a:tblGrid>
                <a:gridCol w="2406958">
                  <a:extLst>
                    <a:ext uri="{9D8B030D-6E8A-4147-A177-3AD203B41FA5}">
                      <a16:colId xmlns:a16="http://schemas.microsoft.com/office/drawing/2014/main" val="1958187418"/>
                    </a:ext>
                  </a:extLst>
                </a:gridCol>
                <a:gridCol w="1634080">
                  <a:extLst>
                    <a:ext uri="{9D8B030D-6E8A-4147-A177-3AD203B41FA5}">
                      <a16:colId xmlns:a16="http://schemas.microsoft.com/office/drawing/2014/main" val="4177336512"/>
                    </a:ext>
                  </a:extLst>
                </a:gridCol>
                <a:gridCol w="2848598">
                  <a:extLst>
                    <a:ext uri="{9D8B030D-6E8A-4147-A177-3AD203B41FA5}">
                      <a16:colId xmlns:a16="http://schemas.microsoft.com/office/drawing/2014/main" val="3594419545"/>
                    </a:ext>
                  </a:extLst>
                </a:gridCol>
                <a:gridCol w="1645121">
                  <a:extLst>
                    <a:ext uri="{9D8B030D-6E8A-4147-A177-3AD203B41FA5}">
                      <a16:colId xmlns:a16="http://schemas.microsoft.com/office/drawing/2014/main" val="1028675842"/>
                    </a:ext>
                  </a:extLst>
                </a:gridCol>
                <a:gridCol w="1886038">
                  <a:extLst>
                    <a:ext uri="{9D8B030D-6E8A-4147-A177-3AD203B41FA5}">
                      <a16:colId xmlns:a16="http://schemas.microsoft.com/office/drawing/2014/main" val="528134734"/>
                    </a:ext>
                  </a:extLst>
                </a:gridCol>
                <a:gridCol w="1183379">
                  <a:extLst>
                    <a:ext uri="{9D8B030D-6E8A-4147-A177-3AD203B41FA5}">
                      <a16:colId xmlns:a16="http://schemas.microsoft.com/office/drawing/2014/main" val="3819285118"/>
                    </a:ext>
                  </a:extLst>
                </a:gridCol>
              </a:tblGrid>
              <a:tr h="20998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NAME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TYPE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RESOURCE GROUP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SUBSCRIPTION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Monitoring 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 Status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682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vm-ste-ap-dev-1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rg-safety-passport-dev-001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Solarwinds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066466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vm-ste-ap-prd-1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rg-safety-passport-prod-001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Solarwinds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889237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vm-ste-db-dev-1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rg-safety-passport-dev-001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Solarwinds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95108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vm-ste-db-prd-1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rg-safety-passport-prod-001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Solarwinds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91298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azapp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-dev-transport-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api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-dev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398383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-dev-transport-web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-dev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912902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azapp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-INSEE-Corporate-Websites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rg-insee-corporate-websites-dev-001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9037762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-INSEE-Corporate-Websites-prod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19333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conwood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848519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conwood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vn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0406160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azapp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-redirect-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ecocycle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lk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64174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azapp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-redirect-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insee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vn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0628720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inseeconcrete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157023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azapp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-redirect-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inseeecocycle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5233774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siamcitycement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6567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siamcitycement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lk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1858344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-transport-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api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-prod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4215124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-transport-web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-prod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8001928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ISOSLAService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rg-sccc-isosla-prod-001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6854521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overviewcctv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-prod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496698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SCCCAppService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rg-sccc-automation-prod-001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5775123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SCCCeDOSApp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rg-sccc-automation-prod-001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180514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SCCCLogistic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rg-sccc-logistic-smartsilo-prod-001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134734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SCCCLogisticQAS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rg-sccc-logistic-smart-silo-dev-001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5832998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SCCCLogisticWeb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rg-sccc-logistic-smartsilo-prod-001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8855250"/>
                  </a:ext>
                </a:extLst>
              </a:tr>
              <a:tr h="20998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SCCCLogisticWebQAS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rg-sccc-logistic-smart-silo-dev-001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629813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67983AF-2B4A-6C21-7BC7-EB1C85BA00F7}"/>
              </a:ext>
            </a:extLst>
          </p:cNvPr>
          <p:cNvSpPr txBox="1"/>
          <p:nvPr/>
        </p:nvSpPr>
        <p:spPr>
          <a:xfrm>
            <a:off x="271966" y="6214493"/>
            <a:ext cx="7574638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u="sng"/>
              <a:t>Note</a:t>
            </a:r>
            <a:r>
              <a:rPr lang="en-US" sz="1600"/>
              <a:t>:-</a:t>
            </a:r>
            <a:r>
              <a:rPr lang="en-US"/>
              <a:t> </a:t>
            </a:r>
            <a:r>
              <a:rPr lang="en-US" sz="1400"/>
              <a:t>This sheet contains Monitoring of all Critical Azure Application services Health Checks.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0011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DBDB4-8CF2-E42F-94B5-A28CF925B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BE7837-A504-18B3-8F75-0925B2B0B970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302A91-169C-61C5-2181-55A62C3D2B56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/>
              </a:rPr>
              <a:t>Azure </a:t>
            </a:r>
            <a:r>
              <a:rPr lang="en-GB" sz="2400">
                <a:solidFill>
                  <a:srgbClr val="262625"/>
                </a:solidFill>
                <a:latin typeface="Montserrat ExtraBold"/>
              </a:rPr>
              <a:t>Backup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D680CD3-E8BE-121A-0559-D4AC817DCF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B8233-8C14-6FB9-BB1F-F28E403EF8AE}"/>
              </a:ext>
            </a:extLst>
          </p:cNvPr>
          <p:cNvSpPr txBox="1"/>
          <p:nvPr/>
        </p:nvSpPr>
        <p:spPr>
          <a:xfrm>
            <a:off x="391886" y="6139543"/>
            <a:ext cx="6031331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4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:- This sheet contains Monitoring of all Azure Backups managed by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Coforge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201DC21-DA31-7A67-B228-929ADF1D7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8717628"/>
              </p:ext>
            </p:extLst>
          </p:nvPr>
        </p:nvGraphicFramePr>
        <p:xfrm>
          <a:off x="217714" y="692581"/>
          <a:ext cx="11679141" cy="4981949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1608394">
                  <a:extLst>
                    <a:ext uri="{9D8B030D-6E8A-4147-A177-3AD203B41FA5}">
                      <a16:colId xmlns:a16="http://schemas.microsoft.com/office/drawing/2014/main" val="103348414"/>
                    </a:ext>
                  </a:extLst>
                </a:gridCol>
                <a:gridCol w="1679092">
                  <a:extLst>
                    <a:ext uri="{9D8B030D-6E8A-4147-A177-3AD203B41FA5}">
                      <a16:colId xmlns:a16="http://schemas.microsoft.com/office/drawing/2014/main" val="3499089997"/>
                    </a:ext>
                  </a:extLst>
                </a:gridCol>
                <a:gridCol w="2525486">
                  <a:extLst>
                    <a:ext uri="{9D8B030D-6E8A-4147-A177-3AD203B41FA5}">
                      <a16:colId xmlns:a16="http://schemas.microsoft.com/office/drawing/2014/main" val="1877879664"/>
                    </a:ext>
                  </a:extLst>
                </a:gridCol>
                <a:gridCol w="2797628">
                  <a:extLst>
                    <a:ext uri="{9D8B030D-6E8A-4147-A177-3AD203B41FA5}">
                      <a16:colId xmlns:a16="http://schemas.microsoft.com/office/drawing/2014/main" val="3937192445"/>
                    </a:ext>
                  </a:extLst>
                </a:gridCol>
                <a:gridCol w="1513115">
                  <a:extLst>
                    <a:ext uri="{9D8B030D-6E8A-4147-A177-3AD203B41FA5}">
                      <a16:colId xmlns:a16="http://schemas.microsoft.com/office/drawing/2014/main" val="781471824"/>
                    </a:ext>
                  </a:extLst>
                </a:gridCol>
                <a:gridCol w="1555426">
                  <a:extLst>
                    <a:ext uri="{9D8B030D-6E8A-4147-A177-3AD203B41FA5}">
                      <a16:colId xmlns:a16="http://schemas.microsoft.com/office/drawing/2014/main" val="3672386536"/>
                    </a:ext>
                  </a:extLst>
                </a:gridCol>
              </a:tblGrid>
              <a:tr h="5545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Application Name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Backup Frequency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Resource Type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Resource Name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Backup Status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6788613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vm-ste-ap-prd-1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788544170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vm-ste-db-prd-1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986934078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 in Azure VM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vm-ste-db-prd-1\MSSQLSERVER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084855519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 Portal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indg-mdm-db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750231479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 Portal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dbserver</a:t>
                      </a:r>
                      <a:r>
                        <a:rPr lang="en-US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-transport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237341136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 Portal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dbserver</a:t>
                      </a:r>
                      <a:r>
                        <a:rPr lang="en-US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-transport-dev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779580188"/>
                  </a:ext>
                </a:extLst>
              </a:tr>
              <a:tr h="3650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Smart Silo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sqldb-testdev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831355227"/>
                  </a:ext>
                </a:extLst>
              </a:tr>
              <a:tr h="5475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Smart Silo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sqldb-gps_silo</a:t>
                      </a:r>
                      <a:endParaRPr lang="en-US" sz="12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1717279948"/>
                  </a:ext>
                </a:extLst>
              </a:tr>
              <a:tr h="5475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Corporate Website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corperatewebsitedb-prod-001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  <a:endParaRPr lang="en-US" sz="1200" b="0" i="0" u="none" strike="noStrike" noProof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b"/>
                </a:tc>
                <a:extLst>
                  <a:ext uri="{0D108BD9-81ED-4DB2-BD59-A6C34878D82A}">
                    <a16:rowId xmlns:a16="http://schemas.microsoft.com/office/drawing/2014/main" val="450878836"/>
                  </a:ext>
                </a:extLst>
              </a:tr>
              <a:tr h="5475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Corporate Website</a:t>
                      </a:r>
                      <a:endParaRPr lang="en-US" sz="12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 noProof="0" err="1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corperatewebsitedb-qas</a:t>
                      </a:r>
                      <a:endParaRPr lang="en-US" sz="1200" err="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  <a:endParaRPr lang="en-US" sz="1200" b="0" i="0" u="none" strike="noStrike" noProof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b"/>
                </a:tc>
                <a:extLst>
                  <a:ext uri="{0D108BD9-81ED-4DB2-BD59-A6C34878D82A}">
                    <a16:rowId xmlns:a16="http://schemas.microsoft.com/office/drawing/2014/main" val="33968756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5475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249E1-78E9-CFC8-38F9-D73413DC1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420E5C-DD00-2AF8-77AA-E9F1E5DAF7C0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C47261-BB1F-A4AC-EF6F-292EBA28B96C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/>
              </a:rPr>
              <a:t>Azure </a:t>
            </a:r>
            <a:r>
              <a:rPr lang="en-GB" sz="2400">
                <a:solidFill>
                  <a:srgbClr val="262625"/>
                </a:solidFill>
                <a:latin typeface="Montserrat ExtraBold"/>
              </a:rPr>
              <a:t>Platform – Service Health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44EC536-4BBE-4D61-EDC1-9B5E73A421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642E11-2C2E-B57A-CAC1-95B608D908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3851645"/>
              </p:ext>
            </p:extLst>
          </p:nvPr>
        </p:nvGraphicFramePr>
        <p:xfrm>
          <a:off x="288636" y="681181"/>
          <a:ext cx="11610975" cy="3668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8675">
                  <a:extLst>
                    <a:ext uri="{9D8B030D-6E8A-4147-A177-3AD203B41FA5}">
                      <a16:colId xmlns:a16="http://schemas.microsoft.com/office/drawing/2014/main" val="2306112295"/>
                    </a:ext>
                  </a:extLst>
                </a:gridCol>
                <a:gridCol w="2771775">
                  <a:extLst>
                    <a:ext uri="{9D8B030D-6E8A-4147-A177-3AD203B41FA5}">
                      <a16:colId xmlns:a16="http://schemas.microsoft.com/office/drawing/2014/main" val="479796862"/>
                    </a:ext>
                  </a:extLst>
                </a:gridCol>
                <a:gridCol w="8010525">
                  <a:extLst>
                    <a:ext uri="{9D8B030D-6E8A-4147-A177-3AD203B41FA5}">
                      <a16:colId xmlns:a16="http://schemas.microsoft.com/office/drawing/2014/main" val="3176824248"/>
                    </a:ext>
                  </a:extLst>
                </a:gridCol>
              </a:tblGrid>
              <a:tr h="518032">
                <a:tc>
                  <a:txBody>
                    <a:bodyPr/>
                    <a:lstStyle/>
                    <a:p>
                      <a:pPr algn="ctr" fontAlgn="base">
                        <a:lnSpc>
                          <a:spcPts val="825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No.</a:t>
                      </a:r>
                      <a:endParaRPr lang="en-US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825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Application Name </a:t>
                      </a:r>
                      <a:endParaRPr lang="en-US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825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Service Health: Service issues, Planned maintenance, Health Advisories, Security advisories </a:t>
                      </a:r>
                      <a:endParaRPr lang="en-US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250867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Smart Silo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911367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Transporter Portal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0701923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7631161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Corporate Websites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8516609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SharePoint Automation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366878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ISO SLA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4256487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indg-platform-connectivity-prod-001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1116683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indg-infrastructure-archive-001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69826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1432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871F9-5AE5-3C85-CB2D-B5BE25700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9C322E-7356-DF80-B285-AF2893A09D04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B526BB-6E38-2EAD-C276-FA259ADC07AC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Cost Utilization</a:t>
            </a:r>
            <a:endParaRPr lang="en-GB" sz="2400" b="0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Montserrat ExtraBold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C002858-104E-DB79-0C60-9E7D9561B8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C66E7A-082C-8A45-3F93-FB07DDCDF2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706657"/>
              </p:ext>
            </p:extLst>
          </p:nvPr>
        </p:nvGraphicFramePr>
        <p:xfrm>
          <a:off x="274819" y="762000"/>
          <a:ext cx="11552420" cy="35559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96875">
                  <a:extLst>
                    <a:ext uri="{9D8B030D-6E8A-4147-A177-3AD203B41FA5}">
                      <a16:colId xmlns:a16="http://schemas.microsoft.com/office/drawing/2014/main" val="1662911342"/>
                    </a:ext>
                  </a:extLst>
                </a:gridCol>
                <a:gridCol w="2931477">
                  <a:extLst>
                    <a:ext uri="{9D8B030D-6E8A-4147-A177-3AD203B41FA5}">
                      <a16:colId xmlns:a16="http://schemas.microsoft.com/office/drawing/2014/main" val="1223679176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54505921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525947290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937004995"/>
                    </a:ext>
                  </a:extLst>
                </a:gridCol>
                <a:gridCol w="1698171">
                  <a:extLst>
                    <a:ext uri="{9D8B030D-6E8A-4147-A177-3AD203B41FA5}">
                      <a16:colId xmlns:a16="http://schemas.microsoft.com/office/drawing/2014/main" val="4202326619"/>
                    </a:ext>
                  </a:extLst>
                </a:gridCol>
                <a:gridCol w="1578429">
                  <a:extLst>
                    <a:ext uri="{9D8B030D-6E8A-4147-A177-3AD203B41FA5}">
                      <a16:colId xmlns:a16="http://schemas.microsoft.com/office/drawing/2014/main" val="1896576295"/>
                    </a:ext>
                  </a:extLst>
                </a:gridCol>
                <a:gridCol w="1083039">
                  <a:extLst>
                    <a:ext uri="{9D8B030D-6E8A-4147-A177-3AD203B41FA5}">
                      <a16:colId xmlns:a16="http://schemas.microsoft.com/office/drawing/2014/main" val="1688960840"/>
                    </a:ext>
                  </a:extLst>
                </a:gridCol>
              </a:tblGrid>
              <a:tr h="37367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S.No</a:t>
                      </a:r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Application Name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Monthly Budget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Month to Date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Reserved</a:t>
                      </a: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Monthly Forecast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Forecast Vs Budget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Comments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079281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Smart Silo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455.00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          24.06</a:t>
                      </a:r>
                      <a:endParaRPr lang="en-US" sz="1600"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235.96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8522485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Transporter Portal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345.00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21.13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221.12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193683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Safety Passport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1,380.00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78.2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204.00 </a:t>
                      </a: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994.11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72%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421812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Corporate Websites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680.00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$             16.52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177.00 </a:t>
                      </a: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345.45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186052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SharePoint Automation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80.00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5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  54.28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67.8%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3061782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ISO SLA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75.00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$             5</a:t>
                      </a:r>
                      <a:endParaRPr lang="en-US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  49.07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225042"/>
                  </a:ext>
                </a:extLst>
              </a:tr>
              <a:tr h="4176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indg-platform-connectivity-prod-001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1,200.00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75.45 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731.62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0120739"/>
                  </a:ext>
                </a:extLst>
              </a:tr>
              <a:tr h="5152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indg-infrastructure-archive-001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208.00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1.68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118.60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4342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141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DA25F-5786-076F-87B1-E3E7A2E24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3F1E8D-A68B-1DCE-B65D-0B47A5EAB301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5E63F6-F5BE-7E90-AE61-DE8CE21220A1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Cost Analysis – </a:t>
            </a:r>
            <a:r>
              <a:rPr lang="en-GB" sz="2400" b="1">
                <a:solidFill>
                  <a:srgbClr val="262625"/>
                </a:solidFill>
                <a:latin typeface="Arial"/>
                <a:ea typeface="+mn-lt"/>
                <a:cs typeface="+mn-lt"/>
              </a:rPr>
              <a:t>Weekly Trends for Subscription</a:t>
            </a:r>
            <a:endParaRPr lang="en-GB" sz="24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EEF5009-2812-6A04-F3AD-294DCCDB34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BEB4BD9-A065-2060-3343-91B495B9CE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8022110"/>
              </p:ext>
            </p:extLst>
          </p:nvPr>
        </p:nvGraphicFramePr>
        <p:xfrm>
          <a:off x="281353" y="644769"/>
          <a:ext cx="11481351" cy="231973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9858">
                  <a:extLst>
                    <a:ext uri="{9D8B030D-6E8A-4147-A177-3AD203B41FA5}">
                      <a16:colId xmlns:a16="http://schemas.microsoft.com/office/drawing/2014/main" val="1311597956"/>
                    </a:ext>
                  </a:extLst>
                </a:gridCol>
                <a:gridCol w="2605253">
                  <a:extLst>
                    <a:ext uri="{9D8B030D-6E8A-4147-A177-3AD203B41FA5}">
                      <a16:colId xmlns:a16="http://schemas.microsoft.com/office/drawing/2014/main" val="3799455978"/>
                    </a:ext>
                  </a:extLst>
                </a:gridCol>
                <a:gridCol w="2593120">
                  <a:extLst>
                    <a:ext uri="{9D8B030D-6E8A-4147-A177-3AD203B41FA5}">
                      <a16:colId xmlns:a16="http://schemas.microsoft.com/office/drawing/2014/main" val="2853504115"/>
                    </a:ext>
                  </a:extLst>
                </a:gridCol>
                <a:gridCol w="2593120">
                  <a:extLst>
                    <a:ext uri="{9D8B030D-6E8A-4147-A177-3AD203B41FA5}">
                      <a16:colId xmlns:a16="http://schemas.microsoft.com/office/drawing/2014/main" val="4255592241"/>
                    </a:ext>
                  </a:extLst>
                </a:gridCol>
              </a:tblGrid>
              <a:tr h="548945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  <a:ea typeface="Calibri"/>
                          <a:cs typeface="Calibri"/>
                        </a:rPr>
                        <a:t>Subscription Name</a:t>
                      </a:r>
                      <a:endParaRPr lang="en-US" sz="1600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6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08-Feb to 14-Feb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6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15-Feb to 21-Feb</a:t>
                      </a:r>
                      <a:endParaRPr lang="en-US" sz="1600" dirty="0"/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6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22-Feb to 28-Feb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0567558"/>
                  </a:ext>
                </a:extLst>
              </a:tr>
              <a:tr h="389574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indg-app-dev-001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400" dirty="0">
                          <a:latin typeface="Calibri"/>
                          <a:ea typeface="Calibri"/>
                          <a:cs typeface="Calibri"/>
                        </a:rPr>
                        <a:t>$148.39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400">
                          <a:latin typeface="Calibri"/>
                          <a:ea typeface="Calibri"/>
                          <a:cs typeface="Calibri"/>
                        </a:rPr>
                        <a:t>$145.04</a:t>
                      </a:r>
                      <a:endParaRPr lang="en-US" sz="14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400">
                          <a:latin typeface="Calibri"/>
                          <a:ea typeface="Calibri"/>
                          <a:cs typeface="Calibri"/>
                        </a:rPr>
                        <a:t>$142.94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553597"/>
                  </a:ext>
                </a:extLst>
              </a:tr>
              <a:tr h="513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indg-app-prod-001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$377.66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$384.83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400">
                          <a:effectLst/>
                          <a:latin typeface="Calibri"/>
                          <a:ea typeface="Calibri"/>
                          <a:cs typeface="Calibri"/>
                        </a:rPr>
                        <a:t>$390.70</a:t>
                      </a:r>
                      <a:endParaRPr lang="en-US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623066"/>
                  </a:ext>
                </a:extLst>
              </a:tr>
              <a:tr h="44269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400" dirty="0" err="1">
                          <a:effectLst/>
                          <a:latin typeface="Calibri"/>
                          <a:ea typeface="Calibri"/>
                          <a:cs typeface="Calibri"/>
                        </a:rPr>
                        <a:t>indg</a:t>
                      </a:r>
                      <a:r>
                        <a:rPr lang="en-US" sz="14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-platform-connectivity-prod- 001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400" dirty="0">
                          <a:latin typeface="Calibri"/>
                          <a:ea typeface="Calibri"/>
                          <a:cs typeface="Calibri"/>
                        </a:rPr>
                        <a:t>$256.05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400" dirty="0">
                          <a:latin typeface="Calibri"/>
                          <a:ea typeface="Calibri"/>
                          <a:cs typeface="Calibri"/>
                        </a:rPr>
                        <a:t>$254.29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400" dirty="0">
                          <a:latin typeface="Calibri"/>
                          <a:ea typeface="Calibri"/>
                          <a:cs typeface="Calibri"/>
                        </a:rPr>
                        <a:t>$254.51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56216"/>
                  </a:ext>
                </a:extLst>
              </a:tr>
              <a:tr h="42499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indg-infrastructure-archive-001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$41.41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$41.40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$41.80</a:t>
                      </a:r>
                      <a:endParaRPr lang="en-US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7D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2155704"/>
                  </a:ext>
                </a:extLst>
              </a:tr>
            </a:tbl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4029A5C-33FC-7299-D8A7-08C951A406F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6903722"/>
              </p:ext>
            </p:extLst>
          </p:nvPr>
        </p:nvGraphicFramePr>
        <p:xfrm>
          <a:off x="255317" y="3049363"/>
          <a:ext cx="11503124" cy="3482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43726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B115B-CC46-E039-0DA5-FCC3E7BF7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DB112B-7587-9B7C-36EF-46FA72749FEB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09879F-4978-A30E-8AA8-D60964DE2CA9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Cost Analysis – </a:t>
            </a:r>
            <a:r>
              <a:rPr lang="en-GB" sz="2400" b="1">
                <a:solidFill>
                  <a:srgbClr val="262625"/>
                </a:solidFill>
                <a:latin typeface="Arial"/>
                <a:ea typeface="+mn-lt"/>
                <a:cs typeface="+mn-lt"/>
              </a:rPr>
              <a:t>Weekly Trends for Applications</a:t>
            </a:r>
            <a:endParaRPr lang="en-GB" sz="24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D3D1A8-CB01-EEA4-E166-618F242A1B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034205"/>
              </p:ext>
            </p:extLst>
          </p:nvPr>
        </p:nvGraphicFramePr>
        <p:xfrm>
          <a:off x="346363" y="638297"/>
          <a:ext cx="11421095" cy="2572472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2843151">
                  <a:extLst>
                    <a:ext uri="{9D8B030D-6E8A-4147-A177-3AD203B41FA5}">
                      <a16:colId xmlns:a16="http://schemas.microsoft.com/office/drawing/2014/main" val="4080841300"/>
                    </a:ext>
                  </a:extLst>
                </a:gridCol>
                <a:gridCol w="3183474">
                  <a:extLst>
                    <a:ext uri="{9D8B030D-6E8A-4147-A177-3AD203B41FA5}">
                      <a16:colId xmlns:a16="http://schemas.microsoft.com/office/drawing/2014/main" val="1692911019"/>
                    </a:ext>
                  </a:extLst>
                </a:gridCol>
                <a:gridCol w="2697235">
                  <a:extLst>
                    <a:ext uri="{9D8B030D-6E8A-4147-A177-3AD203B41FA5}">
                      <a16:colId xmlns:a16="http://schemas.microsoft.com/office/drawing/2014/main" val="1105344307"/>
                    </a:ext>
                  </a:extLst>
                </a:gridCol>
                <a:gridCol w="2697235">
                  <a:extLst>
                    <a:ext uri="{9D8B030D-6E8A-4147-A177-3AD203B41FA5}">
                      <a16:colId xmlns:a16="http://schemas.microsoft.com/office/drawing/2014/main" val="3003624387"/>
                    </a:ext>
                  </a:extLst>
                </a:gridCol>
              </a:tblGrid>
              <a:tr h="3523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Application Name</a:t>
                      </a: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08-Feb to 14-Feb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u="none" strike="noStrike" noProof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15-Feb to 21-Feb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22-Feb to 28-Feb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366375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Smart Silo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$82.49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$82.57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$82.49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470355915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Transporter Portal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$71.9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$71.9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$71.9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817281521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$279.71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$279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$275.45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16308894"/>
                  </a:ext>
                </a:extLst>
              </a:tr>
              <a:tr h="35482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Corporate Websites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marL="0" lvl="0" algn="ctr" defTabSz="914400" rtl="0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$51.93</a:t>
                      </a:r>
                      <a:endParaRPr lang="en-US" sz="14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marL="0" lvl="0" algn="ctr" defTabSz="914400" rtl="0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$59.12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$65.97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49670708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SharePoint Automation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$17.62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$18.23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4130975822"/>
                  </a:ext>
                </a:extLst>
              </a:tr>
              <a:tr h="3530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ISO SLA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$17.15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$17.17</a:t>
                      </a:r>
                      <a:endParaRPr lang="en-US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270067230"/>
                  </a:ext>
                </a:extLst>
              </a:tr>
            </a:tbl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6B5062B-CAC4-2611-A03D-022141ECBE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5124362"/>
              </p:ext>
            </p:extLst>
          </p:nvPr>
        </p:nvGraphicFramePr>
        <p:xfrm>
          <a:off x="346363" y="3250138"/>
          <a:ext cx="11421095" cy="32929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63955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E5FAC-6B00-C123-8741-3F52701C2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6CEDEF-B9E4-36C6-72AC-8A9E23B92B3C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4EBF95-406F-3FEC-1136-424149C3D45E}"/>
              </a:ext>
            </a:extLst>
          </p:cNvPr>
          <p:cNvSpPr txBox="1"/>
          <p:nvPr/>
        </p:nvSpPr>
        <p:spPr>
          <a:xfrm>
            <a:off x="146608" y="47240"/>
            <a:ext cx="8798399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  <a:ea typeface="Calibri"/>
                <a:cs typeface="Calibri"/>
              </a:rPr>
              <a:t>Security</a:t>
            </a:r>
            <a:endParaRPr lang="en-GB" sz="2400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Montserrat ExtraBold"/>
              <a:ea typeface="Calibri"/>
              <a:cs typeface="Calibri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E8B8869-8B11-1116-D63A-25B4B58CA5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EBE6780-79AA-3600-BDE6-A53FD0B6B4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9178841"/>
              </p:ext>
            </p:extLst>
          </p:nvPr>
        </p:nvGraphicFramePr>
        <p:xfrm>
          <a:off x="287564" y="702764"/>
          <a:ext cx="11544300" cy="94297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7225">
                  <a:extLst>
                    <a:ext uri="{9D8B030D-6E8A-4147-A177-3AD203B41FA5}">
                      <a16:colId xmlns:a16="http://schemas.microsoft.com/office/drawing/2014/main" val="1175523344"/>
                    </a:ext>
                  </a:extLst>
                </a:gridCol>
                <a:gridCol w="1762125">
                  <a:extLst>
                    <a:ext uri="{9D8B030D-6E8A-4147-A177-3AD203B41FA5}">
                      <a16:colId xmlns:a16="http://schemas.microsoft.com/office/drawing/2014/main" val="253576799"/>
                    </a:ext>
                  </a:extLst>
                </a:gridCol>
                <a:gridCol w="3171825">
                  <a:extLst>
                    <a:ext uri="{9D8B030D-6E8A-4147-A177-3AD203B41FA5}">
                      <a16:colId xmlns:a16="http://schemas.microsoft.com/office/drawing/2014/main" val="4126573154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252399515"/>
                    </a:ext>
                  </a:extLst>
                </a:gridCol>
                <a:gridCol w="2543175">
                  <a:extLst>
                    <a:ext uri="{9D8B030D-6E8A-4147-A177-3AD203B41FA5}">
                      <a16:colId xmlns:a16="http://schemas.microsoft.com/office/drawing/2014/main" val="2828174925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126754629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S. No.</a:t>
                      </a:r>
                      <a:endParaRPr lang="en-US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Date of 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Occurance</a:t>
                      </a:r>
                      <a:endParaRPr lang="en-US" dirty="0" err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Alert Name</a:t>
                      </a:r>
                      <a:endParaRPr lang="en-US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Target Application</a:t>
                      </a:r>
                      <a:endParaRPr lang="en-US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Email Confirmation</a:t>
                      </a:r>
                      <a:endParaRPr lang="en-US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Status</a:t>
                      </a:r>
                      <a:endParaRPr lang="en-US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9971640"/>
                  </a:ext>
                </a:extLst>
              </a:tr>
              <a:tr h="581025">
                <a:tc gridSpan="6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b="1" dirty="0">
                          <a:effectLst/>
                          <a:latin typeface="Calibri"/>
                        </a:rPr>
                        <a:t>No security alerts for the past week.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1455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5435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A51D4-07B3-B043-5A3C-F18436ECA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34F612-8C45-C67A-6635-995C286FD5C4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EF7C3C-6F8C-2806-E0C5-998B0AC92D02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Defender Recommendations</a:t>
            </a:r>
            <a:endParaRPr lang="en-GB" sz="2400" b="0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Montserrat ExtraBold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1414EE5-B81D-ACE3-D6D2-EE0D119E23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6165F65-E0E9-C97B-282D-C917885EE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5214" y="264208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065CC0E-0531-D7F0-B52C-3E52C63915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504053"/>
              </p:ext>
            </p:extLst>
          </p:nvPr>
        </p:nvGraphicFramePr>
        <p:xfrm>
          <a:off x="239939" y="660803"/>
          <a:ext cx="11639551" cy="2811750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409309">
                  <a:extLst>
                    <a:ext uri="{9D8B030D-6E8A-4147-A177-3AD203B41FA5}">
                      <a16:colId xmlns:a16="http://schemas.microsoft.com/office/drawing/2014/main" val="1304499126"/>
                    </a:ext>
                  </a:extLst>
                </a:gridCol>
                <a:gridCol w="663363">
                  <a:extLst>
                    <a:ext uri="{9D8B030D-6E8A-4147-A177-3AD203B41FA5}">
                      <a16:colId xmlns:a16="http://schemas.microsoft.com/office/drawing/2014/main" val="1758281199"/>
                    </a:ext>
                  </a:extLst>
                </a:gridCol>
                <a:gridCol w="4374957">
                  <a:extLst>
                    <a:ext uri="{9D8B030D-6E8A-4147-A177-3AD203B41FA5}">
                      <a16:colId xmlns:a16="http://schemas.microsoft.com/office/drawing/2014/main" val="654066408"/>
                    </a:ext>
                  </a:extLst>
                </a:gridCol>
                <a:gridCol w="2944368">
                  <a:extLst>
                    <a:ext uri="{9D8B030D-6E8A-4147-A177-3AD203B41FA5}">
                      <a16:colId xmlns:a16="http://schemas.microsoft.com/office/drawing/2014/main" val="1332311647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6652481"/>
                    </a:ext>
                  </a:extLst>
                </a:gridCol>
                <a:gridCol w="2131986">
                  <a:extLst>
                    <a:ext uri="{9D8B030D-6E8A-4147-A177-3AD203B41FA5}">
                      <a16:colId xmlns:a16="http://schemas.microsoft.com/office/drawing/2014/main" val="3449620899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S.No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Severity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Vulnerabilities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Impacted Resources</a:t>
                      </a:r>
                    </a:p>
                  </a:txBody>
                  <a:tcPr marL="9515" marR="9515" marT="951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Resource Type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ts val="16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018717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Medium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Storage accounts should prevent shared key access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u="none" strike="noStrike" noProof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scccsharepointarchive</a:t>
                      </a:r>
                      <a:endParaRPr lang="en-US" sz="1200" b="0" i="0" u="none" strike="noStrike" noProof="0" dirty="0" err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15" marR="9515" marT="9515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Storage Account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kern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Identity-based access isn't configured for this storage account.</a:t>
                      </a:r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52943399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Medium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Function App should only be accessible over HTTPS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ISOSLASendEmailSLAtimejobs</a:t>
                      </a: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-prod, </a:t>
                      </a:r>
                      <a:r>
                        <a:rPr lang="en-US" sz="12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ISOSLAdailySendEmailtimejobs</a:t>
                      </a: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-prod</a:t>
                      </a:r>
                    </a:p>
                  </a:txBody>
                  <a:tcPr marL="9515" marR="9515" marT="9515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67672909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Medium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Web Application should only be accessible over HTTPS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Sccclogisticqas</a:t>
                      </a: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 </a:t>
                      </a:r>
                      <a:r>
                        <a:rPr lang="en-US" sz="12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azapp</a:t>
                      </a: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-INSEE-Corporate-Websites</a:t>
                      </a:r>
                    </a:p>
                  </a:txBody>
                  <a:tcPr marL="9515" marR="9515" marT="9515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 Service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46742441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Auditing on SQL server should be enabled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corperatewebsiteserver</a:t>
                      </a: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-prod, </a:t>
                      </a:r>
                      <a:r>
                        <a:rPr lang="en-US" sz="12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corperatewebsiteserver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15" marR="9515" marT="9515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Servers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5677081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VPN gateways should use only Azure Active Directory (Azure AD) authentication for point-to-site users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vnet</a:t>
                      </a: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2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gw</a:t>
                      </a: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-external</a:t>
                      </a:r>
                    </a:p>
                  </a:txBody>
                  <a:tcPr marL="9515" marR="9515" marT="9515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VPN Gateways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1211137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33690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46BF2-B2B7-2935-3456-2F0811E82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521227-4D12-4010-8F3F-BA6FBD6E797D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E8E9E-6A71-C411-9D63-991817C57C4B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VA Status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7FC9097-7EE9-629E-E7CB-10312337B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0D35004-AA69-71ED-DA25-DC5C0109DD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5214" y="264208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FD23F3-DF95-7EEA-CC2D-DA3421F288CE}"/>
              </a:ext>
            </a:extLst>
          </p:cNvPr>
          <p:cNvSpPr txBox="1"/>
          <p:nvPr/>
        </p:nvSpPr>
        <p:spPr>
          <a:xfrm>
            <a:off x="2157214" y="4839867"/>
            <a:ext cx="6626429" cy="33855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Vulnerabilities identified for any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Coforge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Managed Applications resources.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A19967B-AB59-EBD7-E90F-1521C3D53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67626"/>
            <a:ext cx="11370469" cy="3824966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31792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EF39A-17BB-B763-8ACE-5428D3FE4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1A1E2E-97A7-1A70-0A21-703F6D90F77F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153156-A0A9-8452-D390-EE6699E34CF5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Ideas, Innovation and CSIPs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1E3357D-F648-A3B1-C9FC-04CB824C0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9509876"/>
              </p:ext>
            </p:extLst>
          </p:nvPr>
        </p:nvGraphicFramePr>
        <p:xfrm>
          <a:off x="187602" y="658602"/>
          <a:ext cx="11695866" cy="1886461"/>
        </p:xfrm>
        <a:graphic>
          <a:graphicData uri="http://schemas.openxmlformats.org/drawingml/2006/table">
            <a:tbl>
              <a:tblPr firstRow="1" bandRow="1"/>
              <a:tblGrid>
                <a:gridCol w="380980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754063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2306821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729656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892275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2616675">
                  <a:extLst>
                    <a:ext uri="{9D8B030D-6E8A-4147-A177-3AD203B41FA5}">
                      <a16:colId xmlns:a16="http://schemas.microsoft.com/office/drawing/2014/main" val="3906375660"/>
                    </a:ext>
                  </a:extLst>
                </a:gridCol>
                <a:gridCol w="1130018">
                  <a:extLst>
                    <a:ext uri="{9D8B030D-6E8A-4147-A177-3AD203B41FA5}">
                      <a16:colId xmlns:a16="http://schemas.microsoft.com/office/drawing/2014/main" val="2309644495"/>
                    </a:ext>
                  </a:extLst>
                </a:gridCol>
                <a:gridCol w="1034758">
                  <a:extLst>
                    <a:ext uri="{9D8B030D-6E8A-4147-A177-3AD203B41FA5}">
                      <a16:colId xmlns:a16="http://schemas.microsoft.com/office/drawing/2014/main" val="531027093"/>
                    </a:ext>
                  </a:extLst>
                </a:gridCol>
                <a:gridCol w="925310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  <a:gridCol w="925310">
                  <a:extLst>
                    <a:ext uri="{9D8B030D-6E8A-4147-A177-3AD203B41FA5}">
                      <a16:colId xmlns:a16="http://schemas.microsoft.com/office/drawing/2014/main" val="4183397676"/>
                    </a:ext>
                  </a:extLst>
                </a:gridCol>
              </a:tblGrid>
              <a:tr h="68604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S.No</a:t>
                      </a:r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Category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Priority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Benefits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Proposed By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Owner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Start Month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Target End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38099">
                      <a:solidFill>
                        <a:srgbClr val="FFFFFF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705236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Idea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Creation of Single Architecture Diagram for all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Coforge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Managed Resources.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Medium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Open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Clearer understanding of Application and Network.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June'25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Sept'25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FFFFFF"/>
                      </a:solidFill>
                    </a:lnR>
                    <a:lnT w="3809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917128"/>
                  </a:ext>
                </a:extLst>
              </a:tr>
              <a:tr h="4951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CSIP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Migration of D series VM to E series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Medium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Open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Cost Optimization and future unplanned downtime prevention.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June’25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July'25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FFFFFF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FFFFFF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16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7459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A32EB-D102-62E2-C8B3-8DB9FE0FF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917" y="153603"/>
            <a:ext cx="11580283" cy="499533"/>
          </a:xfrm>
        </p:spPr>
        <p:txBody>
          <a:bodyPr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/>
                <a:ea typeface="+mn-ea"/>
                <a:cs typeface="+mn-cs"/>
              </a:rPr>
              <a:t>Operational Summary and Points-to-be discussed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0F771-A5BF-364C-D7A6-864C3DB3D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917" y="859971"/>
            <a:ext cx="11580283" cy="5410200"/>
          </a:xfrm>
          <a:ln>
            <a:solidFill>
              <a:schemeClr val="tx1"/>
            </a:solidFill>
          </a:ln>
        </p:spPr>
        <p:txBody>
          <a:bodyPr/>
          <a:lstStyle/>
          <a:p>
            <a:pPr marL="389255" lvl="1" indent="0">
              <a:buNone/>
            </a:pPr>
            <a:endParaRPr lang="en-US" sz="1600" dirty="0">
              <a:solidFill>
                <a:srgbClr val="000000"/>
              </a:solidFill>
              <a:latin typeface="Aptos Narrow"/>
            </a:endParaRPr>
          </a:p>
          <a:p>
            <a:pPr marL="386715" indent="-386715"/>
            <a:r>
              <a:rPr lang="en-US" sz="1800" b="1" u="sng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Architecture Diagram</a:t>
            </a:r>
          </a:p>
          <a:p>
            <a:pPr marL="761365" lvl="1" indent="-372110"/>
            <a:r>
              <a:rPr lang="en-US" sz="16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Shubham has completed the architecture diagram of Smart Silo Application along with its network connectivity.</a:t>
            </a:r>
          </a:p>
          <a:p>
            <a:pPr marL="761365" lvl="1" indent="-372110"/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Shubham has completed the architecture diagram of Transporter Portal Application.</a:t>
            </a:r>
          </a:p>
          <a:p>
            <a:pPr marL="761365" lvl="1" indent="-372110"/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Application Team will provide small KT session on Corporate Website Application to Azure Team as it is recently onboarded application.</a:t>
            </a:r>
          </a:p>
          <a:p>
            <a:pPr marL="0" indent="0">
              <a:buNone/>
            </a:pPr>
            <a:endParaRPr lang="en-US" sz="1800" b="1" u="sng" dirty="0">
              <a:latin typeface="Aptos Narrow"/>
              <a:cs typeface="Arial"/>
            </a:endParaRPr>
          </a:p>
          <a:p>
            <a:pPr marL="0" indent="0">
              <a:buNone/>
            </a:pPr>
            <a:endParaRPr lang="en-US" sz="1800" b="1" u="sng" dirty="0">
              <a:latin typeface="Aptos Narrow"/>
              <a:cs typeface="Arial"/>
            </a:endParaRPr>
          </a:p>
          <a:p>
            <a:pPr marL="0" indent="0">
              <a:buNone/>
            </a:pPr>
            <a:endParaRPr lang="en-US" dirty="0">
              <a:latin typeface="Arial"/>
              <a:cs typeface="Arial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E3FBE7-22F6-F7CE-3F31-D92DB3F26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8228666-3C56-4E2A-BB13-C98D022F6BF6}" type="datetime1">
              <a:rPr lang="en-GB" smtClean="0"/>
              <a:pPr>
                <a:defRPr/>
              </a:pPr>
              <a:t>04/03/2026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7862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B764E-79D0-EB0A-DBF8-2A8812F2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B931CA-CC05-F745-F226-0724DFA949EC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0DB39F-3B93-D855-621A-E9D336BBFA86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Planned Downtime &amp; Patching Activity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492E7-BC4C-8598-B223-8AC5B5FD2725}"/>
              </a:ext>
            </a:extLst>
          </p:cNvPr>
          <p:cNvSpPr txBox="1"/>
          <p:nvPr/>
        </p:nvSpPr>
        <p:spPr>
          <a:xfrm>
            <a:off x="286982" y="6192652"/>
            <a:ext cx="6922088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u="sng"/>
              <a:t>Note:</a:t>
            </a:r>
            <a:r>
              <a:rPr lang="en-US" sz="1600"/>
              <a:t> - </a:t>
            </a:r>
            <a:r>
              <a:rPr lang="en-US" sz="1400"/>
              <a:t>Monthly Patching for Virtual Machines are planned on 1</a:t>
            </a:r>
            <a:r>
              <a:rPr lang="en-US" sz="1400" baseline="30000"/>
              <a:t>st</a:t>
            </a:r>
            <a:r>
              <a:rPr lang="en-US" sz="1400"/>
              <a:t> Friday of every month.</a:t>
            </a:r>
            <a:endParaRPr lang="en-US" sz="160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4BD3A7B-2723-CD21-1A81-38CB1F74D3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767987"/>
              </p:ext>
            </p:extLst>
          </p:nvPr>
        </p:nvGraphicFramePr>
        <p:xfrm>
          <a:off x="249464" y="687917"/>
          <a:ext cx="11620500" cy="20955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61975">
                  <a:extLst>
                    <a:ext uri="{9D8B030D-6E8A-4147-A177-3AD203B41FA5}">
                      <a16:colId xmlns:a16="http://schemas.microsoft.com/office/drawing/2014/main" val="1768725056"/>
                    </a:ext>
                  </a:extLst>
                </a:gridCol>
                <a:gridCol w="2409825">
                  <a:extLst>
                    <a:ext uri="{9D8B030D-6E8A-4147-A177-3AD203B41FA5}">
                      <a16:colId xmlns:a16="http://schemas.microsoft.com/office/drawing/2014/main" val="1397584473"/>
                    </a:ext>
                  </a:extLst>
                </a:gridCol>
                <a:gridCol w="1609725">
                  <a:extLst>
                    <a:ext uri="{9D8B030D-6E8A-4147-A177-3AD203B41FA5}">
                      <a16:colId xmlns:a16="http://schemas.microsoft.com/office/drawing/2014/main" val="18058905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6883769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860335150"/>
                    </a:ext>
                  </a:extLst>
                </a:gridCol>
                <a:gridCol w="2009775">
                  <a:extLst>
                    <a:ext uri="{9D8B030D-6E8A-4147-A177-3AD203B41FA5}">
                      <a16:colId xmlns:a16="http://schemas.microsoft.com/office/drawing/2014/main" val="106176765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3774380960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No.</a:t>
                      </a: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Downtime Description</a:t>
                      </a: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Location</a:t>
                      </a: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System</a:t>
                      </a: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Date</a:t>
                      </a: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Duration (VN 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timezone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Remarks</a:t>
                      </a: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61685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Monthly Patching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Southeast Asia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vm-ste-ap-prd-1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06-Mar-26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23:00 to 02:00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5899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Monthly Patching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Southeast Asia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vm-ste-db-dev-1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06-Mar-26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23:00 to 02:00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654504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Monthly Patching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Southeast Asia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vm-ste-db-prd-1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06-Mar-26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23:00 to 02:00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4600369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Monthly Patching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Southeast Asia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vm-ste-ap-dev-1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06-Mar-26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23:00 to 02:00</a:t>
                      </a: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04391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5996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353C0-232D-DB20-2495-79ADC2623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01C4C32-04CC-62F7-2964-E1C67B53978E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59CE3C-EC0E-B62D-B181-F843D719CE2B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Unplanned Downtime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(past Week)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D6A47F7-DFB3-832B-6BFD-B345735A0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7003917"/>
              </p:ext>
            </p:extLst>
          </p:nvPr>
        </p:nvGraphicFramePr>
        <p:xfrm>
          <a:off x="233545" y="691261"/>
          <a:ext cx="11558651" cy="789196"/>
        </p:xfrm>
        <a:graphic>
          <a:graphicData uri="http://schemas.openxmlformats.org/drawingml/2006/table">
            <a:tbl>
              <a:tblPr firstRow="1" bandRow="1"/>
              <a:tblGrid>
                <a:gridCol w="561112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2001552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531027093"/>
                    </a:ext>
                  </a:extLst>
                </a:gridCol>
                <a:gridCol w="2979499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</a:tblGrid>
              <a:tr h="37553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No.</a:t>
                      </a:r>
                      <a:endParaRPr lang="en-GB" sz="1400" b="1" i="0" u="none" strike="noStrike" dirty="0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Downtime Description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Location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System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Duration (hrs.)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413657">
                <a:tc gridSpan="7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Unplanned Downtime for past week.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>
                        <a:buNone/>
                      </a:pPr>
                      <a:endParaRPr lang="en-US" sz="11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1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1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525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40862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F8AE-532A-BAE1-3AC3-750DAE854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964DC3-2947-98A8-D603-F306BEC3D369}"/>
              </a:ext>
            </a:extLst>
          </p:cNvPr>
          <p:cNvSpPr/>
          <p:nvPr/>
        </p:nvSpPr>
        <p:spPr>
          <a:xfrm rot="5400000">
            <a:off x="1624718" y="-881762"/>
            <a:ext cx="6029742" cy="89859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772C98-B637-6808-CFB3-11DB38CB3F2F}"/>
              </a:ext>
            </a:extLst>
          </p:cNvPr>
          <p:cNvSpPr/>
          <p:nvPr/>
        </p:nvSpPr>
        <p:spPr>
          <a:xfrm rot="5400000">
            <a:off x="7649814" y="2230518"/>
            <a:ext cx="6029745" cy="27614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0B373B-E36C-152E-1C26-B2A5D52A2E9C}"/>
              </a:ext>
            </a:extLst>
          </p:cNvPr>
          <p:cNvSpPr txBox="1"/>
          <p:nvPr/>
        </p:nvSpPr>
        <p:spPr>
          <a:xfrm>
            <a:off x="9878501" y="614453"/>
            <a:ext cx="1572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262625"/>
                </a:solidFill>
                <a:latin typeface="Montserrat ExtraBold" panose="00000900000000000000" pitchFamily="2" charset="0"/>
              </a:rPr>
              <a:t>Comments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E422C0-D30A-0459-F928-963FF9735DB1}"/>
              </a:ext>
            </a:extLst>
          </p:cNvPr>
          <p:cNvSpPr txBox="1"/>
          <p:nvPr/>
        </p:nvSpPr>
        <p:spPr>
          <a:xfrm>
            <a:off x="181244" y="29395"/>
            <a:ext cx="7405274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GB" sz="2400">
                <a:solidFill>
                  <a:srgbClr val="262625"/>
                </a:solidFill>
                <a:latin typeface="Montserrat ExtraBold"/>
              </a:rPr>
              <a:t>OMEGA SNOW Dashboard</a:t>
            </a:r>
            <a:endParaRPr lang="en-US" sz="2400">
              <a:latin typeface="Montserrat ExtraBold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4290B4-5F1F-063B-82C2-ADBAA6872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52" y="665239"/>
            <a:ext cx="8915143" cy="5890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474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FE46E-0CC4-3F3B-0520-5325257C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421E908-0D5E-C73D-3162-1D8DB77889DD}"/>
              </a:ext>
            </a:extLst>
          </p:cNvPr>
          <p:cNvSpPr/>
          <p:nvPr/>
        </p:nvSpPr>
        <p:spPr>
          <a:xfrm rot="5400000">
            <a:off x="1624718" y="-881762"/>
            <a:ext cx="6029742" cy="89859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2C8CF-082E-7E6A-27B1-1C808D4F0DF4}"/>
              </a:ext>
            </a:extLst>
          </p:cNvPr>
          <p:cNvSpPr/>
          <p:nvPr/>
        </p:nvSpPr>
        <p:spPr>
          <a:xfrm rot="5400000">
            <a:off x="7649814" y="2230518"/>
            <a:ext cx="6029745" cy="27614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11C3A4-60BB-D996-0D62-2AAD03CD9C20}"/>
              </a:ext>
            </a:extLst>
          </p:cNvPr>
          <p:cNvSpPr txBox="1"/>
          <p:nvPr/>
        </p:nvSpPr>
        <p:spPr>
          <a:xfrm>
            <a:off x="9964973" y="590014"/>
            <a:ext cx="1572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262625"/>
                </a:solidFill>
                <a:latin typeface="Montserrat ExtraBold" panose="00000900000000000000" pitchFamily="2" charset="0"/>
              </a:rPr>
              <a:t>Comments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725C38-469C-443B-C225-F02934640B82}"/>
              </a:ext>
            </a:extLst>
          </p:cNvPr>
          <p:cNvSpPr txBox="1"/>
          <p:nvPr/>
        </p:nvSpPr>
        <p:spPr>
          <a:xfrm>
            <a:off x="146608" y="128349"/>
            <a:ext cx="32366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RITM Ageing</a:t>
            </a:r>
            <a:endParaRPr lang="en-US" sz="2400"/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8627627B-D74D-B378-27A8-27322C103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40" y="665239"/>
            <a:ext cx="8935769" cy="586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2177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BE6B-C2D4-8DE2-21F0-C3971507F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AB6DF6-0185-8694-3F86-383101E77AEF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812916-F49F-B73D-DE25-1C8E7F3E7EE7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RITM Ageing &gt;5 Days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2111FA-DEB8-C330-6DDB-8A508D0596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2182908"/>
              </p:ext>
            </p:extLst>
          </p:nvPr>
        </p:nvGraphicFramePr>
        <p:xfrm>
          <a:off x="258611" y="682587"/>
          <a:ext cx="11553825" cy="11811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1100">
                  <a:extLst>
                    <a:ext uri="{9D8B030D-6E8A-4147-A177-3AD203B41FA5}">
                      <a16:colId xmlns:a16="http://schemas.microsoft.com/office/drawing/2014/main" val="2153294828"/>
                    </a:ext>
                  </a:extLst>
                </a:gridCol>
                <a:gridCol w="3228975">
                  <a:extLst>
                    <a:ext uri="{9D8B030D-6E8A-4147-A177-3AD203B41FA5}">
                      <a16:colId xmlns:a16="http://schemas.microsoft.com/office/drawing/2014/main" val="2835122970"/>
                    </a:ext>
                  </a:extLst>
                </a:gridCol>
                <a:gridCol w="933450">
                  <a:extLst>
                    <a:ext uri="{9D8B030D-6E8A-4147-A177-3AD203B41FA5}">
                      <a16:colId xmlns:a16="http://schemas.microsoft.com/office/drawing/2014/main" val="2370796358"/>
                    </a:ext>
                  </a:extLst>
                </a:gridCol>
                <a:gridCol w="1175736">
                  <a:extLst>
                    <a:ext uri="{9D8B030D-6E8A-4147-A177-3AD203B41FA5}">
                      <a16:colId xmlns:a16="http://schemas.microsoft.com/office/drawing/2014/main" val="3510335432"/>
                    </a:ext>
                  </a:extLst>
                </a:gridCol>
                <a:gridCol w="1376964">
                  <a:extLst>
                    <a:ext uri="{9D8B030D-6E8A-4147-A177-3AD203B41FA5}">
                      <a16:colId xmlns:a16="http://schemas.microsoft.com/office/drawing/2014/main" val="2210105415"/>
                    </a:ext>
                  </a:extLst>
                </a:gridCol>
                <a:gridCol w="695325">
                  <a:extLst>
                    <a:ext uri="{9D8B030D-6E8A-4147-A177-3AD203B41FA5}">
                      <a16:colId xmlns:a16="http://schemas.microsoft.com/office/drawing/2014/main" val="544169492"/>
                    </a:ext>
                  </a:extLst>
                </a:gridCol>
                <a:gridCol w="695325">
                  <a:extLst>
                    <a:ext uri="{9D8B030D-6E8A-4147-A177-3AD203B41FA5}">
                      <a16:colId xmlns:a16="http://schemas.microsoft.com/office/drawing/2014/main" val="196287997"/>
                    </a:ext>
                  </a:extLst>
                </a:gridCol>
                <a:gridCol w="2266950">
                  <a:extLst>
                    <a:ext uri="{9D8B030D-6E8A-4147-A177-3AD203B41FA5}">
                      <a16:colId xmlns:a16="http://schemas.microsoft.com/office/drawing/2014/main" val="310599949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RITM No.</a:t>
                      </a:r>
                      <a:endParaRPr lang="en-GB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  <a:endParaRPr lang="en-GB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Created On</a:t>
                      </a:r>
                      <a:endParaRPr lang="en-GB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State</a:t>
                      </a:r>
                      <a:endParaRPr lang="en-GB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Target Completion Date</a:t>
                      </a:r>
                      <a:endParaRPr lang="en-GB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%SLA</a:t>
                      </a:r>
                      <a:endParaRPr lang="en-GB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#Day</a:t>
                      </a:r>
                      <a:endParaRPr lang="en-GB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Remark</a:t>
                      </a:r>
                      <a:endParaRPr lang="en-GB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3768647"/>
                  </a:ext>
                </a:extLst>
              </a:tr>
              <a:tr h="609600">
                <a:tc gridSpan="8">
                  <a:txBody>
                    <a:bodyPr/>
                    <a:lstStyle/>
                    <a:p>
                      <a:pPr lvl="0" algn="ctr">
                        <a:lnSpc>
                          <a:spcPts val="1425"/>
                        </a:lnSpc>
                        <a:buNone/>
                      </a:pPr>
                      <a:r>
                        <a:rPr lang="en-US" sz="1400" b="1" i="0" u="none" strike="noStrike" noProof="0" dirty="0">
                          <a:effectLst/>
                        </a:rPr>
                        <a:t>NA</a:t>
                      </a:r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0555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66872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726D-B9E9-8D1F-4828-5E47E1FF7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6E4653-551F-884F-D3A3-6A0F69E4A680}"/>
              </a:ext>
            </a:extLst>
          </p:cNvPr>
          <p:cNvSpPr/>
          <p:nvPr/>
        </p:nvSpPr>
        <p:spPr>
          <a:xfrm rot="5400000">
            <a:off x="1624718" y="-881762"/>
            <a:ext cx="6029742" cy="89859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79926-35CC-E0E5-49A3-875F8CB85DDD}"/>
              </a:ext>
            </a:extLst>
          </p:cNvPr>
          <p:cNvSpPr/>
          <p:nvPr/>
        </p:nvSpPr>
        <p:spPr>
          <a:xfrm rot="5400000">
            <a:off x="7649814" y="2230518"/>
            <a:ext cx="6029745" cy="27614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CF88A-969F-4D63-506B-1B24C6DA5E0A}"/>
              </a:ext>
            </a:extLst>
          </p:cNvPr>
          <p:cNvSpPr txBox="1"/>
          <p:nvPr/>
        </p:nvSpPr>
        <p:spPr>
          <a:xfrm>
            <a:off x="9954087" y="666216"/>
            <a:ext cx="1572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262625"/>
                </a:solidFill>
                <a:latin typeface="Montserrat ExtraBold" panose="00000900000000000000" pitchFamily="2" charset="0"/>
              </a:rPr>
              <a:t>Comments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055777-ED8B-0325-E170-239AAB4345D2}"/>
              </a:ext>
            </a:extLst>
          </p:cNvPr>
          <p:cNvSpPr txBox="1"/>
          <p:nvPr/>
        </p:nvSpPr>
        <p:spPr>
          <a:xfrm>
            <a:off x="146608" y="63228"/>
            <a:ext cx="83801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RITMs with Solution Accepted &amp; Target Date</a:t>
            </a:r>
            <a:endParaRPr lang="en-US" sz="2400"/>
          </a:p>
          <a:p>
            <a:endParaRPr lang="en-US" sz="240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8C00749-23AD-E07C-9F0E-7B760DA4F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26" y="604763"/>
            <a:ext cx="8984397" cy="602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2386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EE28D-3EF0-5DC1-CE8B-6BDA0E5B8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EDD006-8FC6-0A3F-CB47-84421CCAD319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EE7D64-FFC0-9C1E-9A81-CA8626E36EA7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Major Planned Activities​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1195705-B9C3-EA83-C359-7F8F329E3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E30D08B-2D9F-9494-19E3-955A101192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5389742"/>
              </p:ext>
            </p:extLst>
          </p:nvPr>
        </p:nvGraphicFramePr>
        <p:xfrm>
          <a:off x="233545" y="692881"/>
          <a:ext cx="11600647" cy="1223543"/>
        </p:xfrm>
        <a:graphic>
          <a:graphicData uri="http://schemas.openxmlformats.org/drawingml/2006/table">
            <a:tbl>
              <a:tblPr firstRow="1" bandRow="1"/>
              <a:tblGrid>
                <a:gridCol w="548333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1159566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1159566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2994991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1046922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1033669">
                  <a:extLst>
                    <a:ext uri="{9D8B030D-6E8A-4147-A177-3AD203B41FA5}">
                      <a16:colId xmlns:a16="http://schemas.microsoft.com/office/drawing/2014/main" val="3811636892"/>
                    </a:ext>
                  </a:extLst>
                </a:gridCol>
                <a:gridCol w="1391479">
                  <a:extLst>
                    <a:ext uri="{9D8B030D-6E8A-4147-A177-3AD203B41FA5}">
                      <a16:colId xmlns:a16="http://schemas.microsoft.com/office/drawing/2014/main" val="2100295380"/>
                    </a:ext>
                  </a:extLst>
                </a:gridCol>
                <a:gridCol w="2266121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</a:tblGrid>
              <a:tr h="28911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S.no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INC/RITM Number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CHG Number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PIC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Planned 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Planned Time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Remark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792378">
                <a:tc gridSpan="8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 algn="ctr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525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02869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EF875-7E3F-28EA-297B-273F77C41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4AA8DC-5CAB-616C-B981-D8C17A4C72CC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D4F154-8AA7-351D-024C-F6AEF94C3523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Open Problem Ticket &amp; Status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DCE1B73-528E-D325-A440-D692BD053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7C1809E-8455-D215-6B67-6054E71DAE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4239339"/>
              </p:ext>
            </p:extLst>
          </p:nvPr>
        </p:nvGraphicFramePr>
        <p:xfrm>
          <a:off x="233545" y="692882"/>
          <a:ext cx="11600649" cy="1205655"/>
        </p:xfrm>
        <a:graphic>
          <a:graphicData uri="http://schemas.openxmlformats.org/drawingml/2006/table">
            <a:tbl>
              <a:tblPr firstRow="1" bandRow="1"/>
              <a:tblGrid>
                <a:gridCol w="548333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1159566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3081130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3811636892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2100295380"/>
                    </a:ext>
                  </a:extLst>
                </a:gridCol>
                <a:gridCol w="2676940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</a:tblGrid>
              <a:tr h="32877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S.no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Problem Number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Create 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Target 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Remark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774490">
                <a:tc gridSpan="8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 algn="ctr">
                        <a:buNone/>
                      </a:pPr>
                      <a:r>
                        <a:rPr lang="en-US" sz="14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</a:t>
                      </a:r>
                      <a:endParaRPr lang="en-US" sz="11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525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8251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B8B15-A343-66DA-8999-6A7BB1338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A87D43-2EA5-6B7E-11B9-B5E5B6740ECE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7F9DD-7FFF-BE29-4AD2-6FD5283D7A18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Leave Plan for Next Week &amp; Team Structure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82B7D0C-0A64-FAAE-0704-90196709B7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3A639DD-AB55-99B9-3DAB-9C1EE93126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5214" y="264208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E766380-E90D-2BFA-6893-8E0ED99715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2150319"/>
              </p:ext>
            </p:extLst>
          </p:nvPr>
        </p:nvGraphicFramePr>
        <p:xfrm>
          <a:off x="188300" y="1246089"/>
          <a:ext cx="11724893" cy="388765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1051">
                  <a:extLst>
                    <a:ext uri="{9D8B030D-6E8A-4147-A177-3AD203B41FA5}">
                      <a16:colId xmlns:a16="http://schemas.microsoft.com/office/drawing/2014/main" val="152014949"/>
                    </a:ext>
                  </a:extLst>
                </a:gridCol>
                <a:gridCol w="1468803">
                  <a:extLst>
                    <a:ext uri="{9D8B030D-6E8A-4147-A177-3AD203B41FA5}">
                      <a16:colId xmlns:a16="http://schemas.microsoft.com/office/drawing/2014/main" val="3707090380"/>
                    </a:ext>
                  </a:extLst>
                </a:gridCol>
                <a:gridCol w="666937">
                  <a:extLst>
                    <a:ext uri="{9D8B030D-6E8A-4147-A177-3AD203B41FA5}">
                      <a16:colId xmlns:a16="http://schemas.microsoft.com/office/drawing/2014/main" val="3839593139"/>
                    </a:ext>
                  </a:extLst>
                </a:gridCol>
                <a:gridCol w="590508">
                  <a:extLst>
                    <a:ext uri="{9D8B030D-6E8A-4147-A177-3AD203B41FA5}">
                      <a16:colId xmlns:a16="http://schemas.microsoft.com/office/drawing/2014/main" val="3511174746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667532229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453513894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825348368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3806330605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553659181"/>
                    </a:ext>
                  </a:extLst>
                </a:gridCol>
                <a:gridCol w="699447">
                  <a:extLst>
                    <a:ext uri="{9D8B030D-6E8A-4147-A177-3AD203B41FA5}">
                      <a16:colId xmlns:a16="http://schemas.microsoft.com/office/drawing/2014/main" val="4136771653"/>
                    </a:ext>
                  </a:extLst>
                </a:gridCol>
                <a:gridCol w="626335">
                  <a:extLst>
                    <a:ext uri="{9D8B030D-6E8A-4147-A177-3AD203B41FA5}">
                      <a16:colId xmlns:a16="http://schemas.microsoft.com/office/drawing/2014/main" val="4294591404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652980604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272641850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742126759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3557741227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379897290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864311534"/>
                    </a:ext>
                  </a:extLst>
                </a:gridCol>
              </a:tblGrid>
              <a:tr h="308815">
                <a:tc rowSpan="2"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Mon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Tue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Wed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Thu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Fri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Sat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Sun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Mon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Tue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Wed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Thu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Fri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Sat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Sun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143201"/>
                  </a:ext>
                </a:extLst>
              </a:tr>
              <a:tr h="463224"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>
                          <a:effectLst/>
                          <a:latin typeface="Calibri"/>
                        </a:rPr>
                        <a:t>02-Mar</a:t>
                      </a:r>
                      <a:endParaRPr lang="en-US" dirty="0"/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>
                          <a:effectLst/>
                          <a:latin typeface="Calibri"/>
                        </a:rPr>
                        <a:t>03-Mar</a:t>
                      </a:r>
                      <a:endParaRPr lang="en-US"/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baseline="0" noProof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04-Mar</a:t>
                      </a:r>
                      <a:endParaRPr lang="en-US" dirty="0"/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05-Mar</a:t>
                      </a:r>
                      <a:endParaRPr lang="en-US" dirty="0"/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06-Mar</a:t>
                      </a:r>
                      <a:endParaRPr lang="en-US" dirty="0"/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07-Mar</a:t>
                      </a:r>
                      <a:endParaRPr lang="en-US" dirty="0"/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08-Mar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09</a:t>
                      </a: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-Mar</a:t>
                      </a:r>
                      <a:endParaRPr lang="en-US" sz="1400" b="1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10-Mar</a:t>
                      </a:r>
                      <a:endParaRPr lang="en-US" sz="1400" b="1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11-Mar</a:t>
                      </a:r>
                      <a:endParaRPr lang="en-US" sz="1400" b="1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12-Mar</a:t>
                      </a:r>
                      <a:endParaRPr lang="en-US" sz="1400" b="1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13-Mar</a:t>
                      </a:r>
                      <a:endParaRPr lang="en-US" sz="1400" b="1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14-Mar</a:t>
                      </a:r>
                      <a:endParaRPr lang="en-US" sz="1400" b="1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>
                          <a:effectLst/>
                          <a:latin typeface="Calibri"/>
                        </a:rPr>
                        <a:t>15-Mar</a:t>
                      </a: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056132"/>
                  </a:ext>
                </a:extLst>
              </a:tr>
              <a:tr h="4702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Sn.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Name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Location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259002"/>
                  </a:ext>
                </a:extLst>
              </a:tr>
              <a:tr h="7229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Shubham Sharma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(Domain Owner)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609741"/>
                  </a:ext>
                </a:extLst>
              </a:tr>
              <a:tr h="573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Saroj Kumar Gupta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effectLst/>
                          <a:latin typeface="Calibri"/>
                        </a:rPr>
                        <a:t>L</a:t>
                      </a: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344049"/>
                  </a:ext>
                </a:extLst>
              </a:tr>
              <a:tr h="6745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Janvi Sah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664609"/>
                  </a:ext>
                </a:extLst>
              </a:tr>
              <a:tr h="6745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Ashutosh Padhi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90374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45457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5637-7DBD-FF67-97F2-D870B979C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920A26-6365-9DEF-E707-141AF0E8C03A}"/>
              </a:ext>
            </a:extLst>
          </p:cNvPr>
          <p:cNvSpPr/>
          <p:nvPr/>
        </p:nvSpPr>
        <p:spPr>
          <a:xfrm rot="5400000">
            <a:off x="2796360" y="-2571524"/>
            <a:ext cx="6550442" cy="118499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pic>
        <p:nvPicPr>
          <p:cNvPr id="3" name="Picture 2" descr="Wooden blocks with letters on them&#10;&#10;AI-generated content may be incorrect.">
            <a:extLst>
              <a:ext uri="{FF2B5EF4-FFF2-40B4-BE49-F238E27FC236}">
                <a16:creationId xmlns:a16="http://schemas.microsoft.com/office/drawing/2014/main" id="{60DB7E11-E028-FD70-7B43-88E682999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51" y="85596"/>
            <a:ext cx="11847015" cy="653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17420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TitleBan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TitleBand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TitleBand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SCCC_PPT">
  <a:themeElements>
    <a:clrScheme name="SCCC_PPT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0000"/>
      </a:accent1>
      <a:accent2>
        <a:srgbClr val="3333CC"/>
      </a:accent2>
      <a:accent3>
        <a:srgbClr val="FFFFFF"/>
      </a:accent3>
      <a:accent4>
        <a:srgbClr val="000000"/>
      </a:accent4>
      <a:accent5>
        <a:srgbClr val="FFAAAA"/>
      </a:accent5>
      <a:accent6>
        <a:srgbClr val="2D2DB9"/>
      </a:accent6>
      <a:hlink>
        <a:srgbClr val="CCCCFF"/>
      </a:hlink>
      <a:folHlink>
        <a:srgbClr val="B2B2B2"/>
      </a:folHlink>
    </a:clrScheme>
    <a:fontScheme name="SCCC_PP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CCC_PP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CCC_PP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0000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FFAAA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SCCC_Powerpoint_EN2015_widescreen [Compatibility Mode]" id="{79C69728-4CEC-4B30-B0E2-A5AEB8763388}" vid="{0B74062D-CCAA-4669-A342-8D3CCE00179B}"/>
    </a:ext>
  </a:extLst>
</a:theme>
</file>

<file path=ppt/theme/theme3.xml><?xml version="1.0" encoding="utf-8"?>
<a:theme xmlns:a="http://schemas.openxmlformats.org/drawingml/2006/main" name="1_SCCC_PPT">
  <a:themeElements>
    <a:clrScheme name="SCCC_PPT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0000"/>
      </a:accent1>
      <a:accent2>
        <a:srgbClr val="3333CC"/>
      </a:accent2>
      <a:accent3>
        <a:srgbClr val="FFFFFF"/>
      </a:accent3>
      <a:accent4>
        <a:srgbClr val="000000"/>
      </a:accent4>
      <a:accent5>
        <a:srgbClr val="FFAAAA"/>
      </a:accent5>
      <a:accent6>
        <a:srgbClr val="2D2DB9"/>
      </a:accent6>
      <a:hlink>
        <a:srgbClr val="CCCCFF"/>
      </a:hlink>
      <a:folHlink>
        <a:srgbClr val="B2B2B2"/>
      </a:folHlink>
    </a:clrScheme>
    <a:fontScheme name="SCCC_PP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CCC_PP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CCC_PP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0000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FFAAA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SCCC_Powerpoint_EN2015_widescreen [Compatibility Mode]" id="{79C69728-4CEC-4B30-B0E2-A5AEB8763388}" vid="{0B74062D-CCAA-4669-A342-8D3CCE00179B}"/>
    </a:ext>
  </a:extLst>
</a:theme>
</file>

<file path=ppt/theme/theme4.xml><?xml version="1.0" encoding="utf-8"?>
<a:theme xmlns:a="http://schemas.openxmlformats.org/drawingml/2006/main" name="2_SCCC_PPT">
  <a:themeElements>
    <a:clrScheme name="SCCC_PPT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0000"/>
      </a:accent1>
      <a:accent2>
        <a:srgbClr val="3333CC"/>
      </a:accent2>
      <a:accent3>
        <a:srgbClr val="FFFFFF"/>
      </a:accent3>
      <a:accent4>
        <a:srgbClr val="000000"/>
      </a:accent4>
      <a:accent5>
        <a:srgbClr val="FFAAAA"/>
      </a:accent5>
      <a:accent6>
        <a:srgbClr val="2D2DB9"/>
      </a:accent6>
      <a:hlink>
        <a:srgbClr val="CCCCFF"/>
      </a:hlink>
      <a:folHlink>
        <a:srgbClr val="B2B2B2"/>
      </a:folHlink>
    </a:clrScheme>
    <a:fontScheme name="SCCC_PP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CCC_PP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CCC_PP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0000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FFAAA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SCCC_Powerpoint_EN2015_widescreen [Compatibility Mode]" id="{79C69728-4CEC-4B30-B0E2-A5AEB8763388}" vid="{0B74062D-CCAA-4669-A342-8D3CCE00179B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3b16417-066c-4076-9162-8c3be73b755b">
      <Terms xmlns="http://schemas.microsoft.com/office/infopath/2007/PartnerControls"/>
    </lcf76f155ced4ddcb4097134ff3c332f>
    <TaxCatchAll xmlns="6b25960a-2142-4b42-8fba-d8be95a555a9" xsi:nil="true"/>
    <ReviewComment xmlns="b3b16417-066c-4076-9162-8c3be73b755b" xsi:nil="true"/>
    <PotentialtouseintheFuture xmlns="b3b16417-066c-4076-9162-8c3be73b755b" xsi:nil="true"/>
    <FutureRef_x002e_ xmlns="b3b16417-066c-4076-9162-8c3be73b755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3A8E74629E404C83EC33C86159F1D2" ma:contentTypeVersion="24" ma:contentTypeDescription="Create a new document." ma:contentTypeScope="" ma:versionID="e44ef9026ee39a4be6fc48187d69d451">
  <xsd:schema xmlns:xsd="http://www.w3.org/2001/XMLSchema" xmlns:xs="http://www.w3.org/2001/XMLSchema" xmlns:p="http://schemas.microsoft.com/office/2006/metadata/properties" xmlns:ns2="b3b16417-066c-4076-9162-8c3be73b755b" xmlns:ns3="6b25960a-2142-4b42-8fba-d8be95a555a9" targetNamespace="http://schemas.microsoft.com/office/2006/metadata/properties" ma:root="true" ma:fieldsID="0d8f4a99d60ed999fd1c5debd8f169fc" ns2:_="" ns3:_="">
    <xsd:import namespace="b3b16417-066c-4076-9162-8c3be73b755b"/>
    <xsd:import namespace="6b25960a-2142-4b42-8fba-d8be95a555a9"/>
    <xsd:element name="properties">
      <xsd:complexType>
        <xsd:sequence>
          <xsd:element name="documentManagement">
            <xsd:complexType>
              <xsd:all>
                <xsd:element ref="ns2:ReviewComment" minOccurs="0"/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Location" minOccurs="0"/>
                <xsd:element ref="ns2:PotentialtouseintheFuture" minOccurs="0"/>
                <xsd:element ref="ns2:FutureRef_x002e_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b16417-066c-4076-9162-8c3be73b755b" elementFormDefault="qualified">
    <xsd:import namespace="http://schemas.microsoft.com/office/2006/documentManagement/types"/>
    <xsd:import namespace="http://schemas.microsoft.com/office/infopath/2007/PartnerControls"/>
    <xsd:element name="ReviewComment" ma:index="3" nillable="true" ma:displayName="Current Takeaway" ma:format="Dropdown" ma:internalName="ReviewComment">
      <xsd:simpleType>
        <xsd:restriction base="dms:Note">
          <xsd:maxLength value="255"/>
        </xsd:restrict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Length (seconds)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hidden="true" ma:internalName="MediaServiceKeyPoints" ma:readOnly="true">
      <xsd:simpleType>
        <xsd:restriction base="dms:Note"/>
      </xsd:simpleType>
    </xsd:element>
    <xsd:element name="MediaServiceAutoTags" ma:index="16" nillable="true" ma:displayName="Tags" ma:hidden="true" ma:internalName="MediaServiceAutoTags" ma:readOnly="true">
      <xsd:simpleType>
        <xsd:restriction base="dms:Text"/>
      </xsd:simpleType>
    </xsd:element>
    <xsd:element name="MediaServiceOCR" ma:index="17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6bc558e4-5a60-474c-a646-3464ac7a086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description="" ma:hidden="true" ma:indexed="true" ma:internalName="MediaServiceLocation" ma:readOnly="true">
      <xsd:simpleType>
        <xsd:restriction base="dms:Text"/>
      </xsd:simpleType>
    </xsd:element>
    <xsd:element name="PotentialtouseintheFuture" ma:index="26" nillable="true" ma:displayName="Potential to use in the Future" ma:format="Dropdown" ma:internalName="PotentialtouseintheFuture">
      <xsd:simpleType>
        <xsd:restriction base="dms:Text">
          <xsd:maxLength value="255"/>
        </xsd:restriction>
      </xsd:simpleType>
    </xsd:element>
    <xsd:element name="FutureRef_x002e_" ma:index="27" nillable="true" ma:displayName="Future Ref." ma:format="Dropdown" ma:internalName="FutureRef_x002e_">
      <xsd:simpleType>
        <xsd:restriction base="dms:Note">
          <xsd:maxLength value="255"/>
        </xsd:restriction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5960a-2142-4b42-8fba-d8be95a555a9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  <xsd:element name="TaxCatchAll" ma:index="22" nillable="true" ma:displayName="Taxonomy Catch All Column" ma:hidden="true" ma:list="{29c6a820-6340-4101-bd57-13b09864b7c2}" ma:internalName="TaxCatchAll" ma:readOnly="false" ma:showField="CatchAllData" ma:web="6b25960a-2142-4b42-8fba-d8be95a555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?mso-contentType ?>
<SharedContentType xmlns="Microsoft.SharePoint.Taxonomy.ContentTypeSync" SourceId="6bc558e4-5a60-474c-a646-3464ac7a0862" ContentTypeId="0x0101" PreviousValue="false"/>
</file>

<file path=customXml/itemProps1.xml><?xml version="1.0" encoding="utf-8"?>
<ds:datastoreItem xmlns:ds="http://schemas.openxmlformats.org/officeDocument/2006/customXml" ds:itemID="{2BBDBB32-552D-4BA4-9A81-F6C25E369FA8}">
  <ds:schemaRefs>
    <ds:schemaRef ds:uri="6b25960a-2142-4b42-8fba-d8be95a555a9"/>
    <ds:schemaRef ds:uri="b3b16417-066c-4076-9162-8c3be73b755b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037BDF25-1CF8-4EF5-AEAE-B377E6333F3E}">
  <ds:schemaRefs>
    <ds:schemaRef ds:uri="6b25960a-2142-4b42-8fba-d8be95a555a9"/>
    <ds:schemaRef ds:uri="b3b16417-066c-4076-9162-8c3be73b755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7B95FE02-F1D9-4D5C-8E2C-E6CEE2980489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C1A8B10C-983C-4CE7-800E-2C9482539367}">
  <ds:schemaRefs>
    <ds:schemaRef ds:uri="Microsoft.SharePoint.Taxonomy.ContentTypeSync"/>
  </ds:schemaRefs>
</ds:datastoreItem>
</file>

<file path=docMetadata/LabelInfo.xml><?xml version="1.0" encoding="utf-8"?>
<clbl:labelList xmlns:clbl="http://schemas.microsoft.com/office/2020/mipLabelMetadata">
  <clbl:label id="{b727a530-a0d5-4fb8-bd40-d8f9763e97db}" enabled="0" method="" siteId="{b727a530-a0d5-4fb8-bd40-d8f9763e97d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1370</Words>
  <Application>Microsoft Office PowerPoint</Application>
  <PresentationFormat>Widescreen</PresentationFormat>
  <Paragraphs>628</Paragraphs>
  <Slides>23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23</vt:i4>
      </vt:variant>
    </vt:vector>
  </HeadingPairs>
  <TitlesOfParts>
    <vt:vector size="36" baseType="lpstr">
      <vt:lpstr>Aptos</vt:lpstr>
      <vt:lpstr>Aptos Display</vt:lpstr>
      <vt:lpstr>Aptos Narrow</vt:lpstr>
      <vt:lpstr>Arial</vt:lpstr>
      <vt:lpstr>Calibri</vt:lpstr>
      <vt:lpstr>Montserrat ExtraBold</vt:lpstr>
      <vt:lpstr>Times</vt:lpstr>
      <vt:lpstr>Webdings</vt:lpstr>
      <vt:lpstr>Wingdings</vt:lpstr>
      <vt:lpstr>Office Theme</vt:lpstr>
      <vt:lpstr>SCCC_PPT</vt:lpstr>
      <vt:lpstr>1_SCCC_PPT</vt:lpstr>
      <vt:lpstr>2_SCCC_PPT</vt:lpstr>
      <vt:lpstr>OMEGA Module Weekly Meeting – Azure Cloud (PaaS/SaaS)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Operational Summary and Points-to-be discussed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OMEGA Module Weekly Meeting – Azure Cloud (PaaS/SaaS)</dc:title>
  <dc:creator>Ankit Singh - I</dc:creator>
  <cp:lastModifiedBy>Ashutosh Padhi</cp:lastModifiedBy>
  <cp:revision>494</cp:revision>
  <dcterms:created xsi:type="dcterms:W3CDTF">2025-05-23T08:09:37Z</dcterms:created>
  <dcterms:modified xsi:type="dcterms:W3CDTF">2026-03-04T15:04:54Z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0x010100513A8E74629E404C83EC33C86159F1D2</vt:lpwstr>
  </property>
  <property fmtid="{D5CDD505-2E9C-101B-9397-08002B2CF9AE}" pid="3" name="MediaServiceImageTags">
    <vt:lpwstr/>
  </property>
</Properties>
</file>